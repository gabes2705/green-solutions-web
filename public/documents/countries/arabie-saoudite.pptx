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المملكة العربية السعودية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56616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 تطوير السوق الزراعي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4572000"/>
            <a:ext cx="2743200" cy="45720"/>
          </a:xfrm>
          <a:prstGeom prst="rect">
            <a:avLst/>
          </a:prstGeom>
          <a:solidFill>
            <a:srgbClr val="D4AF3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نظرة عامة على السوق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السكان: حوالي 36 مليون نسمة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القطاع الزراعي: 2-3% من الناتج المحلي الإجمالي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التمويل: معتمد على ثروة النفط والدعم الحكومي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الهدف: الأمن الغذائي والاستدامة البيئية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رؤية 2030: التحديث والتنويع الاقتصادي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الفرص: زيادة الإنتاجية والاستثمار الأجنبي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المحاصيل الرئيسية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القمح: محصول استراتيجي للأمن الغذائي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التمر: أكثر من 150 نوع محلي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الخضروات: إنتاج موسمي وفي الصوب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منتجات الألبان: تربية مدعومة للماشية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المحاصيل الحديثة: الزراعة الرأسية والمائية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الاستثمار: قطاع مدعوم ومنظم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الموارد المائية والتحديات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ندرة شديدة: 3,450 ملم/سنة هطول أمطار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استنزاف المياه الجوفية: تراجع 30-40%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المياه المحلاة: 50% من المياه العذبة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الإجهاد المائي: 94% للقطاع الزراعي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التحدي: توازن بين الأمن الغذائي والموارد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الحل: تحسين كفاءة الري والتكنولوجيا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المناخ والقيود البيئية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درجات الحرارة: 50°C+ في الصيف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الرطوبة: منخفضة جداً (10-30%)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الرياح: عواصف رملية متكررة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التربة: قلوية وملحية وفقيرة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الموسمية: نمو محدود خارج الفصول المناسبة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الفرص: استخدام أصناف محسّنة ومقاومة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التكنولوجيا المناسبة - 1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الصوب الزجاجية والبلاستيكية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الزراعة المحمية: توفير 50-70% من المياه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التحكم بالمناخ الداخلي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زراعة الخضروات الطازجة على مدار السنة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تقليل الأمراض والآفات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إنتاجية عالية بمساحة صغيرة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التكنولوجيا المناسبة - 2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الري بالتنقيط: توفير 30-50% من المياه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الأنظمة الذكية: حساسات للرطوبة والتربة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الزراعة الرأسية: إنتاجية عالية بقليل المياه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الزراعة المائية: نظم بدون تربة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الرصد عن بعد: مراقبة المحاصيل والصحة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تنبؤات: ذكاء اصطناعي لتحسين الإنتاج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إدارة المياه المستدامة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تحلية المياه: تحسين الكفاءة والتكلفة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معالجة مياه الصرف الزراعي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استخدام المياه المعالجة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الطاقة الشمسية: تشغيل أنظمة الري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حصاد المياه: استقطاب الأمطار النادرة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إدارة تربية: تحسين خواص التربة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المناطق الزراعية ودراسات الحالة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الأحساء: كثافة نخيل التمر والخضروات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الجوف: إنتاج معتمد على الآبار العميقة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القصيم: منطقة زراعية متعددة المحاصيل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نجران: خصائص مناخية فريدة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المشاريع التجريبية: نجاح تكنولوجيات حديثة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الدروس: نقل التكنولوجيا والخبرات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المشاريع التجريبية الناجحة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الصوب الزجاجية: محاصيل عضوية مستدامة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نظم الري الحديثة: توفير المياه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استعادة التربة المالحة: إعادة تأهيل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الزراعة الذكية: أتمتة وتحسين المحاصيل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الشراكات الأجنبية: نقل التكنولوجيا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التدريب: تطوير الكوادر البشرية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البيئة التنظيمية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رؤية 2030: استراتيجية الأمن الغذائي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وزارة البيئة والمياه والزراعة: السياسات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اللوائح الزراعية: معايير الجودة والسلامة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المؤسسة العامة للحبوب: توزيع الدعم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الحوافز الضريبية: تقليل الرسوم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الترخيص: دعم المشاريع الجديدة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فرص الاستثمار والشراكة - 1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الاستثمار المباشر: قطاع زراعي منظم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نقل التكنولوجيا: شراكات دولية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الصادرات الزراعية: أسواق إقليمية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الزراعة العضوية: طلب متزايد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مراكز التدريب: تطوير الكوادر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المشاريع الكبيرة: تطوير البنية التحتية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فرص الاستثمار والشراكة - 2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الشراكات العامة-الخاصة (PPP)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الأمن الغذائي: ضمان الاكتفاء المحلي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الاستدامة البيئية: تقليل البصمة الكربونية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التصنيع الزراعي: منتجات ذات قيمة مضافة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الأسواق الإقليمية: تصدير المنتجات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الأبحاث: تطوير أصناف محسّنة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 والتوصيات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الحاجة الماسة: استخدام التكنولوجيا الحديثة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التركيز: كفاءة المياه والاستدامة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الفرص: شراكات دولية وتطوير بشري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97180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التحديات: ندرة المياه والمناخ القاسي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النجاح: التزام بـ رؤية 2030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4160520"/>
            <a:ext cx="7589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الطريق: اقتصاد زراعي مستدام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5E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شكراً لكم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56616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للمزيد من المعلومات والاستثمار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4572000"/>
            <a:ext cx="2743200" cy="45720"/>
          </a:xfrm>
          <a:prstGeom prst="rect">
            <a:avLst/>
          </a:prstGeom>
          <a:solidFill>
            <a:srgbClr val="D4AF3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2026-09-14T06:56:13Z</dcterms:created>
  <dcterms:modified xsi:type="dcterms:W3CDTF">2026-09-14T06:56:13Z</dcterms:modified>
</cp:coreProperties>
</file>