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bubble3D val="0"/>
            <c:spPr>
              <a:solidFill>
                <a:srgbClr val="76A489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18</c:v>
                </c:pt>
                <c:pt idx="2">
                  <c:v>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E7D6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Coton-graine</c:v>
                  </c:pt>
                  <c:pt idx="4">
                    <c:v>Cacao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5.5</c:v>
                </c:pt>
                <c:pt idx="1">
                  <c:v>4.5</c:v>
                </c:pt>
                <c:pt idx="2">
                  <c:v>2.3</c:v>
                </c:pt>
                <c:pt idx="3">
                  <c:v>0.35</c:v>
                </c:pt>
                <c:pt idx="4">
                  <c:v>0.31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3B23C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camerou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91" y="1389888"/>
            <a:ext cx="1964425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991" y="1389888"/>
            <a:ext cx="1964425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DU CAMEROUN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3B23C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Yaoundé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Cacao, coton, banane et vivrier, du Sud humide au Grand Nord sahélien.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la saison sèche s'allonge.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plus de quatre actifs sur dix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17 %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dans le secteur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309 000 t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cacao récoltées en 2024/25, un record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coton-graine attendues dans le Grand Nord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compte environ 30 millions d'habitants et une agriculture très diversifiée, portée par des centaines de milliers de petites exploitations. Les filières d'exportation — cacao, coton, banane, café, hévéa — côtoient un vivrier qui nourrit les villes et une partie des pays voisins de la zone CEMAC.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climats, une même fragilité face à l'eau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Sud, 1 500 à 3 000 mm de pluie par an, mais des saisons sèches qui s'allongent et se décalent : les jeunes cacaoyers et les bananiers en souffrent les premiers.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Nord, la pluie tombe en quatre à cinq mois : chaque sécheresse en début de cycle coûte des semaines de croissance au coton et aux céréales.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lac Tchad a perdu l'essentiel de sa superficie depuis les années 1960, et la dégradation des terres progresse dans les régions septentrionales.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Inondations et ravageurs ont fait reculer les surfaces de coton, dont le rendement est passé d'environ 1 600 à 1 300 kg/ha.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Presque toute la production est pluviale : l'enjeu n'est pas de pomper davantage, mais de garder l'eau de pluie dans la zone racinaire au moment où la plante en a besoin.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prélèvements restent faibles au regard de la ressource du Sud : le pays n'est pas en pénurie d'eau à l'échelle nationale.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est locale et saisonnière — le Grand Nord, la saison sèche, les jeunes plantations. C'est là que l'hydro-rétention se mesure.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exportateur agricole qui importe encore son riz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producteurs mondiaux de cacao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 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d'habitants, dont plus de la moitié en ville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800 000 t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riz importées chaque année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M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terres dégradées, dont les deux tiers au Nord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Cameroun approvisionne ses voisins de la CEMAC en produits vivriers, mais importe l'essentiel de son riz, de son blé et de son poisson. La politique d'import-substitution vise à produire localement une part croissante de ces volumes.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agricole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Manioc, plantain et maïs nourrissent le pays ; cacao et coton rapportent les devises.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 d'exportation pèsent peu en tonnes mais beaucoup en valeur, et elles sont encadrées : c'est là qu'un essai mesuré se transforme le plus vite en décision.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PHARE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Cacao : un record à transformer en rendement durable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campagne 2024/25 a dépassé pour la première fois 300 000 tonnes, portée par des prix mondiaux historiquement élevés.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production repose sur des centaines de milliers de petites exploitations du Centre, du Sud et du Sud-Ouest, aux vergers souvent âgés.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rendement moyen reste faible, et la variabilité des pluies pèse sur chaque récolte comme sur la reprise des jeunes plants.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acheteurs européens exigent traçabilité, zéro déforestation et limites strictes de résidus : NAPEMA® protège sans résidu.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replantation, EVERGREEN® dans le trou de plantation sécurise la reprise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Retenir l'eau, nourrir sans épuiser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replantation.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progressivement, ce qui protège les jeunes plants pendant la saison sèche.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de sols cultivés depuis des générations.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Bio, utilisé dans 60 pays — argument utile pour les filières cacao et café exportatrices.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compatibles avec un pulvérisateur à dos comme avec la fertirrigation.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sans dégrader le sol.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d'arrosage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et Sud — cacao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309 000 t en 2024/25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Petites cacaoyères familiales, souvent âgées, où la replantation est la priorité des programmes publics.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Mortalité des jeunes plants en saison sèche : l'hydro-rétenteur se juge au taux de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Coopératives et exportateurs déjà organisés pour suivre des parcelles.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Nord — coton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200 000 familles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Producteurs encadrés par la SODECOTON, avec des intrants distribués en début de campagne.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Pluie concentrée sur quelques mois et poches de sécheresse au semis.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d'encadrement qui permet un essai coordonné sur de nombreux sites.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Moungo et Littoral — banane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Banane d'export et vivrier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Plantations de banane dessert autour de Njombé-Penja, suivies bloc par bloc.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volcaniques fertiles, mais saison sèche marquée de décembre à mars.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contractualisables et protocole d'essai facile à tenir sur un bloc homogène.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d'arrosage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 bloc,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reprise, de consommation et de rendement à cheval sur la saison sèche.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coût du transport entre Douala et le Grand Nord.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Insécurité dans une partie de l'Extrême-Nord et des régions du Nord-Ouest et du Sud-Ouest.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limitée des petits producteurs, qui achètent souvent leurs intrants à crédit.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peu connu, parfois confondu avec les polymères à base de sodium.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structures d'encadrement et les coopératives pour grouper achats et suivi.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des sites d'essai accessibles et sûrs, puis étendre selon les résultats.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Raisonner le coût sur 3 à 4 ans d'effet utile et sur la reprise des jeunes plants.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potassique, sans sodium, compatible avec les cultures alimentaires.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 et screening REACH / SVHC (SGS) disponibles sur demande, ainsi que le certificat SOHISCERT valable jusqu'au 4 septembre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d'arrosage,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2026-09-17T08:00:06Z</dcterms:created>
  <dcterms:modified xsi:type="dcterms:W3CDTF">2026-09-17T08:00:06Z</dcterms:modified>
</cp:coreProperties>
</file>