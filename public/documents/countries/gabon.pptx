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50</c:v>
                </c:pt>
                <c:pt idx="2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Canne à sucre</c:v>
                  </c:pt>
                  <c:pt idx="3">
                    <c:v>Huile de palme</c:v>
                  </c:pt>
                  <c:pt idx="4">
                    <c:v>Caoutchouc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330</c:v>
                </c:pt>
                <c:pt idx="1">
                  <c:v>300</c:v>
                </c:pt>
                <c:pt idx="2">
                  <c:v>250</c:v>
                </c:pt>
                <c:pt idx="3">
                  <c:v>80</c:v>
                </c:pt>
                <c:pt idx="4">
                  <c:v>30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gab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GABONAISE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Libreville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maraîchage péri-urbain et plantations industrielles sur sols lessivés.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la pluie s'arrête quatre mois.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forestier qui importe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produits alimentaires consommés sont importés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25 %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vit du secteur agricole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1 800 mm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pluie par an, mais concentrés sur huit mois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2 % du territoire est cultivé, alors que la forêt en couvre près de 88 %. La réduction de la facture alimentaire est un objectif public constant depuis dix ans : elle suppose de sécuriser des rendements sur des sols pauvres, avec très peu d'irrigation installée.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Beaucoup de pluie, des sols qui ne la retiennent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 vivrière en lisière de forêt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reçoit de 1 500 à 3 000 mm de pluie par an, mais la grande saison sèche court de juin à septembre : trois à quatre mois quasiment sans précipitations sur la côte et le nord.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sols ferralitiques du littoral et les sables des plateaux Batéké retiennent peu l'eau : une averse forte percole sous la zone racinaire en quelques heures.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percolation lessive aussi les éléments nutritifs. Les sols sont acides, pauvres en matière organique, et la fertilisation classique s'y dilue rapidement.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plantations industrielles, la production vivrière est presque entièrement pluviale : la campagne s'interrompt quand la pluie s'arrête.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n'est donc pas le volume d'eau reçu, mais sa disponibilité dans la zone racinaire au moment où la plante en a besoin. C'est précisément ce que corrige l'hydro-rétention.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 n'est pas le premier usage de l'eau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Gabon n'est pas en pénurie d'eau : la ressource est abondante et l'agriculture n'en prélève qu'une part limitée.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L'argument n'est donc pas d'économiser un volume national, mais de maintenir l'eau disponible à la racine pendant la saison sèche, et de réduire le coût du pompage.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 et banane plantain forment la base alimentaire, cultivés en petites parcelles pluviales.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Huile de palme, canne et hévéa sont conduits en plantations industrielles, sur des périmètres suivis et équipés : ce sont les interlocuteurs les plus rapides à convaincre par la mesure.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Retenir l'eau, nourrir sans lessiver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progressivement, ce qui lisse l'écart entre une averse tropicale et quatre mois sans pluie.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fragile sur sols ferralitiques acides.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Bio, utilisé dans 60 pays — argument utile pour les filières palme et hévéa exportatrices.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compatibles avec un pulvérisateur à dos comme avec la fertirrigation.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sans ajouter à la charge saline d'un sol déjà lessivé.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d'arrosage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Estuaire — Libreville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900 000 consommateurs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Ceinture maraîchère de Ntoum et Kango, qui approvisionne la capitale toute l'année.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littoraux, arrosage manuel ou goutte-à-goutte : l'eau y coûte cher en main-d'œuvre.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à cycle court et à forte valeur, où un essai se conclut en une saison.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Woleu-Ntem — Oyem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vivrier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Manioc, banane plantain et arachide sur de petites parcelles familiales, presque toutes pluviales.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Cacaoyers et caféiers en replantation, cultures pérennes où l'effet de 3 à 4 ans est décisif à la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Coopératives déjà structurées : la décision d'achat peut être groupée.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Ngounié — Mouila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palmier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Plantations industrielles de palmier à huile, suivies agronomiquement bloc par bloc.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mortalité des jeunes plants en saison sèche : l'hydro-rétenteur se juge au taux de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contractualisables et protocole d'essai facile à tenir sur un bloc homogène.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d'arrosage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 bloc,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reprise, de consommation et de rendement à cheval sur la saison sèche.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intérieur étroit : environ 2,4 millions d'habitants et des exploitations vivrières de très petite taille.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difficile en saison des pluies, qui renchérit la distribution hors des axes principaux.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Pluviométrie abondante : un essai conduit hors saison sèche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peu connu, parfois confondu avec les polymères à base de sodium vendus en jardinerie.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Concentrer les premiers volumes sur les plantations industrielles et les coopératives maraîchères péri-urbaines.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Grouper les commandes sur un conteneur via le port d'Owendo, avec un stock tampon à Libreville.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 systématiquement l'essai de mai à octobre, pour couvrir la grande saison sèche.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potassique, sans sodium, compatible avec les cultures alimentaires.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 et screening REACH / SVHC (SGS) disponibles sur demande, ainsi que le certificat SOHISCERT valable jusqu'au 4 septembre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d'arrosage,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2026-09-14T18:07:04Z</dcterms:created>
  <dcterms:modified xsi:type="dcterms:W3CDTF">2026-09-14T18:07:04Z</dcterms:modified>
</cp:coreProperties>
</file>