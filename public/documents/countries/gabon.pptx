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GABON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32918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5AB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Dossier de Développement du Marché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91440"/>
          </a:xfrm>
          <a:prstGeom prst="rect">
            <a:avLst/>
          </a:prstGeom>
          <a:solidFill>
            <a:srgbClr val="FF980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B4D3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Aperçu du Marché Gabonais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Population: ~2.3 millions d'habitants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Superficie: 267,667 km² (16e plus grand pays africain)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PIB: ~19.9 milliards USD (2023)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Capitale: Libreville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2062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Monnaie: Franc CFA (XAF)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5029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Langue officielle: Français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Secteurs clés: Pétrole, Bois, Agriculture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B4D3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Contexte Économique et Démographique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Taux de croissance PIB: ~2.5% (2023-2024)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PIB par capita: ~8,500 USD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Diversification économique en cours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Population jeune: 65% sous 25 ans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2062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Urbanisation: ~88% en zones urbaines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5029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Classe moyenne en expansion rapide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Stabilité politique relative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B4D3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Secteurs Agricoles Majeurs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Agriculture: ~5% du PIB, potentiel de croissance majeur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Cacao: Production croissante, 15,000-20,000 tonnes/an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Huile de Palme: ~850,000 tonnes/an de potentiel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Bois tropical: Ressource majeure, gestion durable cruciale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2062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Culture vivrière: Manioc, banane, plantain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5029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Pêche et aquaculture: Secteurs sous-développés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Potentiel d'exportation: 500M-1B USD/an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B4D3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Ressources Hydriques et Patterns d'Utilisation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Ressources en eau: Abondantes (320 milliards m³/an)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Fleuve Ogooué: Principal fleuve (1,200 km)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Eau douce: Couvre 10% de la superficie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Utilisation agricole: ~80-85% des prélèvements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2062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Disponibilité: 13,800 m³ par capita/an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5029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Défi: Infrastructure d'irrigation limitée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Opportunité: Développement hydro-électrique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B4D3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Climat et Contraintes Environnementales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Climat équatorial: Humide, 2 saisons (pluie/sèche)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Précipitations: 1,500-2,500 mm/an selon régions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Forêt tropicale: 88% de couverture forestière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Biodiversité: Riche écosystème à préserver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2062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Défi: Érosion côtière et inondations saisonnières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5029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Potentiel: Crédits carbone forestiers (REDD+)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Priorité: Agriculture durable et résiliente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B4D3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Solutions Technologiques Adaptées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Agriculture de précision: Fort potentiel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Irrigation goutte-à-goutte: Économies d'eau 40-60%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Drones/satellites: Monitoring des cultures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Applications mobiles: Accès marché, météo, prix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2062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Énergie renouvelable: Hydro-électrique, solaire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5029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Transformation locale: Unités de transformation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Traçabilité blockchain: Certification produits premium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B4D3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et Défis d'Accès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Routes: 8,500 km, condition variable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Ports: Libreville (Owendo), accès restreint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Électricité: ~90% couverture, coût élevé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Internet: Couverture croissante, 35-40% en zones rurales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2062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Financement agricole: Accès limité aux microcrédits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5029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Entreposage: Faible capacité de conservation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Logistique: Coûts d'export élevés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B4D3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Étude de Cas: Initiative Cacao Durable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Projet: Certification cacao biologique Gabon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Superficie: 2,500-3,000 ha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Rendement: 400-600 kg/ha (vs 200 moyenne)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Prix premium: +30-40% vs marché conventionnel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2062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Revenus: 1,200-1,500 USD/ha/an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5029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Impact social: 500+ familles de producteurs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Leçon: Certification+investissement = Rendement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B4D3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Étude de Cas: Aquaculture Intégrée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Projet: Fermes poisson-légumes, Estuaire d'Ogooué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Espèces: Tilapia, silure, légumes aquaponiques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Production: 50-100 tonnes/an par site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Rentabilité: 25-35% de retour sur investissement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2062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Emplois: 8-12 permanents + saisonniers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5029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Marché: Export régionale + marché local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Potentiel: 10-20 sites viables d'ici 2028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B4D3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Environnement Réglementaire et Politique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Code forestier: Gestion durable obligatoire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Code agricole: Politique d'intensification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Libre-échange: Adhésion à COMESA et CEMAC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Taxation: Exemptions possibles pour agro-export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2062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Environnement: Conformité REDD+ et durabilité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5029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Investissement: Codes d'investissement favorables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Partenariats: Accords commerciaux régionaux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B4D3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Opportunités de Partenariat Stratégique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Multinationales agro: Modernisation secteurs clés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Technologie: Fourniture solutions irrigation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Finance: Fonds de développement, subventions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Export: Partenaires Europe, Asie, Afrique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2062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Recherche: Institutions amélioration variétés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5029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Formation: Centres d'excellence agricole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Transformation: Usines traitement local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B4D3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Feuille de Route de Développement 2025-2030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Phase 1 (2025): Diagnostic, certification, pilotes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Phase 2 (2026): Expansion 5,000 ha en cultures intensives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Phase 3 (2027): Infrastructure irrigation (10,000 ha)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Phase 4 (2028): Transformation locale, export +50%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2062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Phase 5 (2029-30): Consolidation, profitabilité durable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5029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Cible: 500M USD revenue agricole agro-export d'ici 2030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Emplois: 25,000+ dans secteur agricole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D86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Gabon: Opportunité Africaine Émergente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2468880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Ressources + Technologie + Volonté politique = Croissance durable</a:t>
            </a:r>
            <a:endParaRPr lang="en-US" sz="1600" dirty="0"/>
          </a:p>
          <a:p>
            <a:pPr algn="ctr" indent="0" marL="0">
              <a:buNone/>
            </a:pP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Investissement agricole: ROI 25-35% sur 5-7 ans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Potentiel d'exportation: 1+ milliard USD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social et environnemental positif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2026-09-14T06:51:19Z</dcterms:created>
  <dcterms:modified xsi:type="dcterms:W3CDTF">2026-09-14T06:51:19Z</dcterms:modified>
</cp:coreProperties>
</file>