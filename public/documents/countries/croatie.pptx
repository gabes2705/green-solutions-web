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GOSPODARSTVO I SIGURNOST HRANE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Dobro tlo, a hrana se ipak uvozi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BDP-a dolazi iz poljoprivrede, šumarstva i ribarstva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 mlrd.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godišnji deficit u vanjskoj trgovini hranom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 tis.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poljoprivrednih gospodarstava, većinom malih i obiteljskih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mandarina godišnje iz doline Neretve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Nacionalni projekt navodnjavanja i sredstva Zajedničke poljoprivredne politike EU financiraju nove sustave, ali većina površina i dalje ovisi o kiši. Svaka ljetna suša zato izravno pogađa prinos, a time i cijenu hrane.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Mandarine u dolini Neretve: voda i sol na istoj parceli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Neretve najveće je hrvatsko područje uzgoja mandarina, na melioriranom tlu uz samo ušće rijeke.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Ljeti se more probija uzvodno: zaslanjena voda za navodnjavanje i zaslanjeno tlo smanjuju prinos i kvalitetu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Cijena ovisi o veličini i izgledu ploda: ujednačena berba izravno je prihod.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Nasadi su trajni i skupi za obnovu; zaštita korijena od sušnog stresa čuva višegodišnje ulaganje.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Zadržavanje vode u zoni korijena smanjuje broj zalijevanja i količinu vode koju treba crpiti.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Masline i vinogradi na kršu, gotovo bez navodnjavanja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Istra i Dalmacija uzgajaju masline i vinovu lozu na plitkom, kamenitom tlu koje brzo gubi vodu.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Većina nasada nema navodnjavanje, a ljetna suša pada upravo u vrijeme cvatnje i nalijevanja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Mlade sadnice najosjetljivije su u prve dvije godine, kada je gubitak sadnica najveći trošak.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u sadnoj jami zadržava vodu oko korijena između rijetkih ljetnih kiša.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Maslinovo ulje i vino sa zaštićenim oznakama postižu visoku cijenu: stabilan prinos isplaćuje ulaganje.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Potencijal prinosa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Očekivano povećanje prinosa po kulturi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Rasponi koje koristi naš kalkulator doze, za normalno vođen usjev uz EVERGREEN® primijenjen pri sadnji.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rezultat ovisi o tlu, klimi i agrotehnici. Za žitarice se povećanje ne navodi bez poljskog pokusa.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Ostatak asortimana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Zaštititi usjeve, zadržati tlo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zaštita bez ostataka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Suzbija bolesti, nametnike, gljivice i štetnike, bez sintetskih molekula.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Folijarno i korijensko prskanje, s preventivnim i kurativnim učinkom.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ostataka u tlu, biljci i zraku: oprašivači i korisni kukci ostaju pošteđeni.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Pripravak po mjeri za točno određen problem: štitaste uši, HLB agruma, nematode.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stablo za topla područja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 15 m za šest do osam godina, s debelim deblom.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100 g EVERGREEN®-a po sadnici potrebno navodnjavanje smanjuje se za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Podnosi od −25 °C do +45 °C; drvo se zapali tek na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Vjetrobran, zaštita tla od erozije, 400 do 700 kg meda po hektaru.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Sadnice se isporučuju u posudama (25 do 30 cm), s potvrdom o zdravstvenoj ispravnosti, i zamjenjuju se u jamstvu u slučaju gubitka. Prva sječa na kraju šeste godine, drvo se vrednuje oko 400 do 450 € po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Zajednički rad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Lokalni partner za Hrvatsku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Distribucija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Teritorijalna isključivost i početna zaliha za prvu prodajnu sezonu.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Obuka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Tehnička obuka timova, protokoli doziranja i ažuriranje svake sezone.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Zajednički pokusi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Pokazne parcele s kontrolom i rezultati podijeljeni s proizvođačima.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Dijalog s Ministarstvom poljoprivrede i programima sigurnosti hrane.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Okvir se prilagođava području: partnerstvo može voditi uvoznik, distributer repromaterijala ili udruga proizvođača.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Izvori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Izvori i radne pretpostavke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Glavni izvori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Državni zavod za statistiku: biljna proizvodnja i poljoprivredna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Ministarstvo poljoprivrede: Nacionalni projekt navodnjavanja i gospodarenja zemljištem i vodama.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Eurostat: struktura poljoprivrednih gospodarstava, vanjska trgovina hranom.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i Svjetska banka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Radne pretpostavke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Brojke su zaokružene veličine, preuzete iz najnovijih dostupnih javnih podataka.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Uštede vode i povećanja prinosa okvirni su i ovise o tlu, klimi i kulturi.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Radni poslovni dokument: brojke treba ažurirati prije svakog službenog podnošenja.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Izvješća o pokusima, certifikati (SOHISCERT, analize Polymex i SGS) i tehnički listovi: dostupni na zahtjev.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Francuska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2026-09-15T22:53:11Z</dcterms:created>
  <dcterms:modified xsi:type="dcterms:W3CDTF">2026-09-15T22:53:11Z</dcterms:modified>
</cp:coreProperties>
</file>