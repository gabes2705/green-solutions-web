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Zahvaćanje vode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Javna vodoopskrba</c:v>
                </c:pt>
                <c:pt idx="1">
                  <c:v>Industrija</c:v>
                </c:pt>
                <c:pt idx="2">
                  <c:v>Poljoprivreda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62</c:v>
                </c:pt>
                <c:pt idx="1">
                  <c:v>25</c:v>
                </c:pt>
                <c:pt idx="2">
                  <c:v>13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Godišnja proizvodnja (milijuni tona)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Kukuruz</c:v>
                  </c:pt>
                  <c:pt idx="1">
                    <c:v>Pšenica</c:v>
                  </c:pt>
                  <c:pt idx="2">
                    <c:v>Šećerna repa</c:v>
                  </c:pt>
                  <c:pt idx="3">
                    <c:v>Ječam</c:v>
                  </c:pt>
                  <c:pt idx="4">
                    <c:v>Soja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0.9</c:v>
                </c:pt>
                <c:pt idx="2">
                  <c:v>0.9</c:v>
                </c:pt>
                <c:pt idx="3">
                  <c:v>0.3</c:v>
                </c:pt>
                <c:pt idx="4">
                  <c:v>0.25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Donja granica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45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Gornja granica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Kap po kap</c:v>
                  </c:pt>
                  <c:pt idx="1">
                    <c:v>Rasprskivanje</c:v>
                  </c:pt>
                  <c:pt idx="2">
                    <c:v>Pivot</c:v>
                  </c:pt>
                  <c:pt idx="3">
                    <c:v>Gravitacijsko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60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reen-solutions-web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reen-solutions-web\scripts\dossiers\drapeaux\croa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389888"/>
            <a:ext cx="1965960" cy="13106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389888"/>
            <a:ext cx="1965960" cy="1310640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REPUBLIKA HRVATSKA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Zagreb · 2026.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Ratarstvo, masline i mandarine u zemlji bogatoj vodom, a bez navodnjavanja.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hidroretencija mijenja ondje gdje infrastrukture nema.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Rujan 2026. · Povjerljiv dokument · Isključivo za primatelja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TRŽIŠTE UKRATKO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Vode na pretek, navodnjavanja gotovo nikako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1,5 mil. ha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korištenoga poljoprivrednog zemljišta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2 %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 površine se stvarno navodnjava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600 000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procijenjeni potencijal za navodnjavanje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400 000 ha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kukuruzom i pšenicom, gotovo sve oborinsko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Hrvatska je među vodom najbogatijim zemljama Europe, a istodobno ima jedan od najnižih udjela navodnjavanih površina u Uniji. Posljedica je izravna: prinos glavnih kultura ovisi o rasporedu oborina, a ne o odluci poljoprivrednika. Upravo zato je ovo tržište drukčije od mediteranskih — ovdje se ne optimizira postojeće navodnjavanje, nego se djeluje ondje gdje ga uopće nema.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Suša pogađa usjeve koji se ne mogu zaliti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Ratarski krajolik, kontinentalna Hrvatska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2003., 2012., 2017., 2022. i 2024. nanijele su znatne štete ratarstvu Slavonije, uz gubitke prinosa kukuruza koji su u najtežim godinama premašili trećinu.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 sustava za navodnjavanje na najvećem dijelu površina, jedini raspoloživi odgovor na sušu jest voda koju tlo samo uspije zadržati.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Klimatski su rasponi veliki: kontinentalna Panonska nizina s ljetnim sušama nasuprot krškom priobalju, gdje su tla plitka i gotovo bez zadržavanja vode.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 dolini Neretve prodor morske vode u ušće povećava zaslanjenost tla i vode za natapanje, što isključuje svako rješenje na bazi natrija.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Javni odgovor — sustavi navodnjavanja, akumulacije, sredstva EU za ruralni razvoj — gradi ponudu, a traje godinama. Hidroretencija djeluje odmah, unutar same parcele.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KAMO ODLAZI VODA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Poljoprivreda je najmanji potrošač — i najizloženija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to znači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Suprotno mediteranskim zemljama, poljoprivreda ovdje zahvaća najmanji dio vode — ne zato što joj ne treba, nego zato što je nema čime dovesti na parcelu.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Ograničenje stoga nije količina vode u zemlji, nego njezina dostupnost korijenu u trenutku kada je biljci potrebna.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 proizvodnji nosi obujam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Čitanje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Kukuruz i pšenica zauzimaju najveće površine i gotovo se u cijelosti uzgajaju oborinski: ondje se svaka sušna godina izravno očitava u prinosu.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Visokovrijedne kulture — masline, vinova loza, mandarine iz Neretve — obuhvaćaju male površine, ali nose izvoznu vrijednost i najbrže opravdavaju ulaganje po hektaru.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NAŠ ODGOVOR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Dvije tehnologije za dva različita ograničenja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zadržati vodu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Hidroretenter na bazi kalija, unesen u zonu korijena pri sadnji ili nadosadnji.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Hvata kišnicu ili vodu od navodnjavanja i postupno je vraća biljci, uklanjajući vodni stres u kritičnim fazama.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Kapacitet upijanja reda veličine 300 puta vlastite težine; korisno djelovanje 3 do 4 godine u tlu.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Razgrađuje se 20 do 25 % godišnje, bez nakupljanja i bez opasnosti od predoziranja.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hraniti bez iscrpljivanja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Gnojivo u mikrodozama aminokiselina, dušika, fosfora i kalija, iz obnovljivih izvora.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Nije kelatno: ne osiromašuje glineno-humusni kompleks i ne povećava slanost ni udio nitrata.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Certificirano SOHISCERT i u skladu s uredbom EU o ekološkoj proizvodnji — uvjet pristupa specifikacijama europskih kupaca.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do 4 bočice od 140 ml po hektaru, primjenjivo postojećom opremom za fertirigaciju.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 se proizvoda prodaju odvojeno, ali su osmišljena da se pojačavaju: hidroretenter produljuje dostupnost vode, a gnojivo tu dostupnu vodu vrednuje bez degradacije tla. Na oborinskoj parceli, gdje nema navodnjavanja koje bi se moglo pojačati, prvi je od njih jedina poluga koja preostaje.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REDOVI VELIČINE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Očekivana ušteda vode prema načinu navodnjavanja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Čitati s oprezom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Ovi su rasponi okvirni i oslanjaju se na dokumentirane uštede naših hidroretentera.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oborinskoj parceli mjerilo nije ušteda vode, nego zadržan prinos u sušnoj godini. Stvarni rezultat ovisi o tlu, klimi i kulturi: ove brojke daju red veličine i ni u kojem slučaju ne predstavljaju zajamčenu, ugovornu ni apsolutnu vrijednost.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 PRIORITETNA PODRUČJA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Gdje započeti prve pokuse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Slavonija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Žitnica zemlje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Najveće ratarske površine u zemlji, gotovo sve oborinske: hidroretenter djeluje bez ikakve infrastrukture.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Suše 2022. i 2024. pokazale su koliko stoji nedostatak vode u fazi svilanja kukuruza.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Velika gospodarstva i zadruge s kapacitetom za pokus s kontrolnom parcelom.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Dolina Neretve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Mandarine i povrće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Izvozno voćarstvo i povrtlarstvo na aluvijalnom tlu, s visokom vrijednošću po hektaru.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Prodor morske vode podiže zaslanjenost: formulacija na bazi kalija, a ne natrija, ovdje je uvjet, a ne prednost.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Kratki ciklusi povrća daju rezultat pokusa unutar jedne sezone.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Istra i Dalmacija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Masline i vinova loza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Krška tla, plitka i kamenita, gotovo bez zadržavanja: voda procijedi prije nego je korijen iskoristi.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Ljetna suša pogađa u razdoblju nalijevanja ploda, kada maslina i loza odlučuju o kakvoći.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Visoka jedinična vrijednost: ekstra djevičansko ulje i vina sa zaštićenom oznakom.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KAKO RADIMO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Postupno uvođenje, mjereno u svakom koraku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Dijagnostika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tla, načina navodnjavanja i kulture. U ovoj fazi bez ikakve obveze.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Pokusna parcela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Usporedni pokus na jednoj parceli, uz kontrolnu parcelu vođenu na jednak način.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Mjerenje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Bilježenje potrošnje vode i prinosa tijekom cijeloga vegetacijskog ciklusa.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Proširenje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Postupno širenje na ostale parcele na temelju utvrđenih rezultata.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Pravilo doziranja svugdje je isto: 3 grama po litri korisne zemlje. Ono što se mijenja od gospodarstva do gospodarstva jest obujam tla koji korijenje stvarno prožima.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ŠTO TREBA PREDVIDJETI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Prepoznati rizici i odgovori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Rizici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Kišna godina prikriva korist proizvoda: u oborinskom uzgoju razlika se vidi tek u sušnoj sezoni.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Rascjepkanost posjeda i velik broj malih gospodarstava: odluka o kupnji je raspršena.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Europski okvir o namjerno dodanim mikroplastikama stavlja svaki poljoprivredni polimer pod povećalo.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Konkurencija jeftinih polimera na bazi natrija, koji su ostavili loše iskustvo na zaslanjenim tlima.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Odgovori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Voditi pokus kroz cijeli ciklus s kontrolnom parcelom, kako bi dobitak bio mjerljiv i u povoljnoj godini.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Ići preko zadruga i proizvođačkih organizacija, a ne od gospodarstva do gospodarstva.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Priložiti dokumentaciju o razgradnji — 20 do 25 % godišnje, bez nakupljanja — te screening REACH / SVHC.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Dokumentirati formulaciju: kalij, a ne natrij, primjereno prehrambenim kulturama i zaslanjenim tlima.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 akrilamida (laboratorij Polymex, ISO 9001, udio niži od 3,0 µg/g), screening REACH / SVHC (SGS) i certifikat SOHISCERT koji vrijedi do 4. rujna 2027. dostupni su na zahtjev. Mjere ruralnog razvoja iz sredstava EU mogu sufinancirati ulaganje u poboljšanje tla.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Recite nam kakvo je vaše gospodarstvo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Kultura, način navodnjavanja, tip tla, količina vode koju danas trošite. Vraćamo se s odgovarajućom kombinacijom tehnologija, s dozama i s pokusima već provedenima u usporedivim situacijama.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Prvi razgovor ni na što ne obvezuje.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821 Chemin des Clapiers, 83220 Le Pradet, Francuska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Tržišna studija Hrvatska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2026-09-15T11:58:20Z</dcterms:created>
  <dcterms:modified xsi:type="dcterms:W3CDTF">2026-09-15T11:58:20Z</dcterms:modified>
</cp:coreProperties>
</file>