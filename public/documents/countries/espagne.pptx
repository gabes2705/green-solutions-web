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Extracción de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Abastecimiento urbano</c:v>
                </c:pt>
                <c:pt idx="2">
                  <c:v>Industria</c:v>
                </c:pt>
              </c:strCache>
            </c:strRef>
          </c:cat>
          <c:val>
            <c:numRef>
              <c:f>Sheet1!$B$2:$B$4</c:f>
              <c:numCache>
                <c:ptCount val="3"/>
                <c:pt idx="0">
                  <c:v>80</c:v>
                </c:pt>
                <c:pt idx="1">
                  <c:v>13</c:v>
                </c:pt>
                <c:pt idx="2">
                  <c:v>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Cereales*</c:v>
                  </c:pt>
                  <c:pt idx="1">
                    <c:v>Hortalizas</c:v>
                  </c:pt>
                  <c:pt idx="2">
                    <c:v>Aceituna*</c:v>
                  </c:pt>
                  <c:pt idx="3">
                    <c:v>Cítricos</c:v>
                  </c:pt>
                  <c:pt idx="4">
                    <c:v>Uva</c:v>
                  </c:pt>
                </c:lvl>
              </c:multiLvlStrCache>
            </c:multiLvlStrRef>
          </c:cat>
          <c:val>
            <c:numRef>
              <c:f>Sheet1!$B$2:$B$6</c:f>
              <c:numCache>
                <c:formatCode>General</c:formatCode>
                <c:ptCount val="5"/>
                <c:pt idx="0">
                  <c:v>20</c:v>
                </c:pt>
                <c:pt idx="1">
                  <c:v>14</c:v>
                </c:pt>
                <c:pt idx="2">
                  <c:v>6.5</c:v>
                </c:pt>
                <c:pt idx="3">
                  <c:v>6.5</c:v>
                </c:pt>
                <c:pt idx="4">
                  <c:v>6</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espagne.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REINO DE ESPAÑA</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Madrid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Olivar, hortícola bajo plástico y cítricos con el mayor regadío de Europa.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donde el método de riego ya no deja margen.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huerta de Europa, sobre un recurso que se agota</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23,7 M ha</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agrícola utilizada</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3,9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regadío, el parque más extenso de la Unión Europea</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aceite de oliva del mundo sale de España</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60 %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valor de la producción vegetal procede del regadío</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El regadío ocupa alrededor del 16 % de la superficie cultivada y genera cerca del 60 % del valor de la producción vegetal: la agricultura española que exporta es, casi en su totalidad, agricultura de riego. Esa concentración de valor sobre una fracción de la superficie es exactamente lo que vuelve crítico cada metro cúbico.</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método de riego ya está optimizado; el suelo no</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Olivar en la campiña andaluza</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España riega por goteo más de la mitad de su superficie regada, la proporción más alta de Europa: la vía de la eficiencia en la aplicación está prácticamente agotada.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en torno al 80 % de la extracción de agua: cualquier tensión sobre el recurso se traduce primero en recortes de dotación.</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más de 1 500 mm al año en la cornisa cantábrica, por debajo de 250 mm en el sureste peninsular.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Entre 2022 y 2024, embalses de las cuencas del Guadalquivir y del interior de Cataluña operaron temporadas enteras por debajo de una cuarta parte de su capacidad, con dotaciones de riego recortadas o suspendidas.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—desalación, regeneración, modernización de regadíos, trasvases— actúa sobre la oferta. La hidrorretención actúa sobre la demanda, dentro de la parcela.</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regadío concentra cuatro quintas partes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Bajar un 10 % el consumo agrícola libera más volumen que suprimir por completo el uso industrial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la parcela,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CULTIVOS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Cereal y aceituna son los dos rubros que más oscilan de una campaña a otra, porque dependen de la lluvia: la cosecha de aceituna de 2022/23 cayó a menos de la mitad de una campaña normal.</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Hortalizas y cítricos se riegan en su práctica totalidad y se destinan a la exportación.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por SOHISCERT, entidad andaluza, y conforme a la normativa europea de producción ecológica.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 En zona vulnerable a nitratos, el carácter no quelante y la microdosis del segundo importan tanto como el ahorro de agua del primero.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Jaén y Córdoba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1,6 M ha de olivar en Andalucía</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Mayor concentración de olivar del mundo, con buena parte aún en secano: el hidrorretenedor actúa donde no hay riego.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Las campañas 2022/23 y 2023/24 mostraron lo que cuesta una floración sin agua.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Tejido cooperativo denso: el ensayo se decide en grupo, no finca por finca.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Murcia — Campo de Cartagena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Hortícola de exportación</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huerta de exportación por excelencia, con dotaciones dependientes del trasvase Tajo-Segura y sometidas a recortes reiterados.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El Mar Menor ha impuesto el marco regulatorio más estricto del país en materia de nitratos: reducir aportes sin perder rendimiento es la exigencia central.</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Riego localizado generalizado: el margen de ahorro ya no está en el método, sino en lo que el suelo es capaz de retener.</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Almería — Campo de Dalías</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33 000 ha de invernadero</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mayor superficie de cultivo bajo plástico del mundo, sobre acuíferos sobreexplotados y con intrusión salina en la franja costera.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Ciclos cortos y rotaciones rápidas: el ensayo da resultado en una campaña, no en cuatro años.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Compradores del norte de Europa que auditan la huella hídrica de sus proveedores y piden trazabilidad documental.</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una finca a otra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campañas: un año lluvioso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encima del goteo que ya tiene instalado.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Marco europeo sobre microplásticos añadidos intencionadamente: cualquier polímero agrícola queda bajo escrutinio.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ya salinizados.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Aportar la documentación de degradación —entre 20 y 25 % al año, sin acumulación— y el screening REACH / SVHC.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 y con suelos salinos.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 SOHISCERT tiene su sede en Sevilla: el organismo que nos certifica es el mismo que audita a buena parte de sus vecinos.</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finca</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2026-09-15T12:53:34Z</dcterms:created>
  <dcterms:modified xsi:type="dcterms:W3CDTF">2026-09-15T12:53:34Z</dcterms:modified>
</cp:coreProperties>
</file>