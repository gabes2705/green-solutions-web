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1965960"/>
            <a:ext cx="10058400" cy="320040"/>
          </a:xfrm>
          <a:prstGeom prst="rect">
            <a:avLst/>
          </a:prstGeom>
          <a:noFill/>
          <a:ln/>
        </p:spPr>
        <p:txBody>
          <a:bodyPr wrap="square" lIns="0" tIns="0" rIns="0" bIns="0" rtlCol="0" anchor="ctr"/>
          <a:lstStyle/>
          <a:p>
            <a:pPr rtl="1" algn="r" indent="0" marL="0">
              <a:buNone/>
            </a:pPr>
            <a:r>
              <a:rPr lang="en-US" sz="1300" b="1" spc="250" kern="0" dirty="0">
                <a:solidFill>
                  <a:srgbClr val="D9A441"/>
                </a:solidFill>
                <a:latin typeface="Arial" pitchFamily="34" charset="0"/>
                <a:ea typeface="Arial" pitchFamily="34" charset="-122"/>
                <a:cs typeface="Arial" pitchFamily="34" charset="-120"/>
              </a:rPr>
              <a:t>ملف سوق</a:t>
            </a:r>
            <a:endParaRPr lang="en-US" sz="1300" dirty="0"/>
          </a:p>
        </p:txBody>
      </p:sp>
      <p:sp>
        <p:nvSpPr>
          <p:cNvPr id="4" name="Text 1"/>
          <p:cNvSpPr txBox="1"/>
          <p:nvPr/>
        </p:nvSpPr>
        <p:spPr>
          <a:xfrm>
            <a:off x="777240" y="2377440"/>
            <a:ext cx="10241280" cy="1371600"/>
          </a:xfrm>
          <a:prstGeom prst="rect">
            <a:avLst/>
          </a:prstGeom>
          <a:noFill/>
          <a:ln/>
        </p:spPr>
        <p:txBody>
          <a:bodyPr wrap="square" lIns="0" tIns="0" rIns="0" bIns="0" rtlCol="0" anchor="ctr"/>
          <a:lstStyle/>
          <a:p>
            <a:pPr rtl="1" algn="r" indent="0" marL="0">
              <a:buNone/>
            </a:pPr>
            <a:r>
              <a:rPr lang="en-US" sz="4200" b="1" dirty="0">
                <a:solidFill>
                  <a:srgbClr val="FFFFFF"/>
                </a:solidFill>
                <a:latin typeface="Arial" pitchFamily="34" charset="0"/>
                <a:ea typeface="Arial" pitchFamily="34" charset="-122"/>
                <a:cs typeface="Arial" pitchFamily="34" charset="-120"/>
              </a:rPr>
              <a:t>المملكة الأردنية الهاشمية</a:t>
            </a:r>
            <a:endParaRPr lang="en-US" sz="4200" dirty="0"/>
          </a:p>
        </p:txBody>
      </p:sp>
      <p:sp>
        <p:nvSpPr>
          <p:cNvPr id="5" name="Text 2"/>
          <p:cNvSpPr txBox="1"/>
          <p:nvPr/>
        </p:nvSpPr>
        <p:spPr>
          <a:xfrm>
            <a:off x="777240" y="3840480"/>
            <a:ext cx="8686800" cy="822960"/>
          </a:xfrm>
          <a:prstGeom prst="rect">
            <a:avLst/>
          </a:prstGeom>
          <a:noFill/>
          <a:ln/>
        </p:spPr>
        <p:txBody>
          <a:bodyPr wrap="square" lIns="0" tIns="0" rIns="0" bIns="0" rtlCol="0" anchor="ctr"/>
          <a:lstStyle/>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خضار الأغوار وزيتون المرتفعات تحت ندرة مائية هيكلية.</a:t>
            </a:r>
            <a:endParaRPr lang="en-US" sz="1600" dirty="0"/>
          </a:p>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600" dirty="0"/>
          </a:p>
        </p:txBody>
      </p:sp>
      <p:sp>
        <p:nvSpPr>
          <p:cNvPr id="6" name="Text 3"/>
          <p:cNvSpPr txBox="1"/>
          <p:nvPr/>
        </p:nvSpPr>
        <p:spPr>
          <a:xfrm>
            <a:off x="777240" y="5989320"/>
            <a:ext cx="10058400" cy="320040"/>
          </a:xfrm>
          <a:prstGeom prst="rect">
            <a:avLst/>
          </a:prstGeom>
          <a:noFill/>
          <a:ln/>
        </p:spPr>
        <p:txBody>
          <a:bodyPr wrap="square" lIns="0" tIns="0" rIns="0" bIns="0" rtlCol="0" anchor="ctr"/>
          <a:lstStyle/>
          <a:p>
            <a:pPr rtl="1" algn="r" indent="0" marL="0">
              <a:buNone/>
            </a:pPr>
            <a:r>
              <a:rPr lang="en-US" sz="1100" dirty="0">
                <a:solidFill>
                  <a:srgbClr val="FFFFFF">
                    <a:alpha val="65000"/>
                  </a:srgbClr>
                </a:solidFill>
                <a:latin typeface="Arial" pitchFamily="34" charset="0"/>
                <a:ea typeface="Arial" pitchFamily="34" charset="-122"/>
                <a:cs typeface="Arial" pitchFamily="34" charset="-120"/>
              </a:rPr>
              <a:t>Green Solutions · contact@evergreen-ecosorb.com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وفحص REACH / SVHC (SGS) متاحان عند الطلب، إضافة إلى شهادة SOHISCERT السارية المفعول.</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2026-09-14T17:35:45Z</dcterms:created>
  <dcterms:modified xsi:type="dcterms:W3CDTF">2026-09-14T17:35:45Z</dcterms:modified>
</cp:coreProperties>
</file>