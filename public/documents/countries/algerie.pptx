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MARCHÉ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Algérie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9001) et screening REACH / SVHC (SGS) disponibles sur demande, ainsi que le certificat SOHISCERT en cours de validité.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2026-09-14T17:35:25Z</dcterms:created>
  <dcterms:modified xsi:type="dcterms:W3CDTF">2026-09-14T17:35:25Z</dcterms:modified>
</cp:coreProperties>
</file>