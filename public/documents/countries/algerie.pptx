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65</c:v>
                </c:pt>
                <c:pt idx="1">
                  <c:v>30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866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Pomme de terre</c:v>
                  </c:pt>
                  <c:pt idx="1">
                    <c:v>Céréales*</c:v>
                  </c:pt>
                  <c:pt idx="2">
                    <c:v>Tomate</c:v>
                  </c:pt>
                  <c:pt idx="3">
                    <c:v>Agrumes</c:v>
                  </c:pt>
                  <c:pt idx="4">
                    <c:v>Dattes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4.7</c:v>
                </c:pt>
                <c:pt idx="1">
                  <c:v>3.5</c:v>
                </c:pt>
                <c:pt idx="2">
                  <c:v>2.2</c:v>
                </c:pt>
                <c:pt idx="3">
                  <c:v>1.4</c:v>
                </c:pt>
                <c:pt idx="4">
                  <c:v>1.2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 de fourchette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Tomates</c:v>
                  </c:pt>
                  <c:pt idx="1">
                    <c:v>Pommes de terre</c:v>
                  </c:pt>
                  <c:pt idx="2">
                    <c:v>Dattes</c:v>
                  </c:pt>
                  <c:pt idx="3">
                    <c:v>Agrumes</c:v>
                  </c:pt>
                  <c:pt idx="4">
                    <c:v>Olives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Haut de fourchette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Tomates</c:v>
                  </c:pt>
                  <c:pt idx="1">
                    <c:v>Pommes de terre</c:v>
                  </c:pt>
                  <c:pt idx="2">
                    <c:v>Dattes</c:v>
                  </c:pt>
                  <c:pt idx="3">
                    <c:v>Agrumes</c:v>
                  </c:pt>
                  <c:pt idx="4">
                    <c:v>Olives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</c:v>
                </c:pt>
                <c:pt idx="1">
                  <c:v>40</c:v>
                </c:pt>
                <c:pt idx="2">
                  <c:v>40</c:v>
                </c:pt>
                <c:pt idx="3">
                  <c:v>40</c:v>
                </c:pt>
                <c:pt idx="4">
                  <c:v>40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lger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ALGÉRIENNE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Alger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Maraîchage, dattes et céréales entre littoral saturé et périmètres sahariens.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l'eau ne se renouvelle plus.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secteur stratégique, très exposé à la ressource en eau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8,5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agricole utile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1,4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irrigués, soit environ 16 % de la SAU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10–20 %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active, selon les sources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algérienne couvre l'essentiel de la demande nationale en légumes, en pomme de terre et en dattes, mais le pays importe encore de l'ordre de 6 à 8 millions de tonnes de blé par an. La marge de progression passe par l'eau disponible à la parcelle.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ressource rare, inégalement répartie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irrigué sous pivot, Sud algérien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disponibilité en eau renouvelable est de l'ordre de 300 m³ par habitant et par an, très en dessous du seuil de pénurie communément retenu de 1 000 m³.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mobilise environ les deux tiers de l'eau prélevée : toute tension sur la ressource se traduit d'abord par des restrictions d'irrigation.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gradient pluviométrique est brutal : 600 à 1 000 mm par an en Kabylie, 300 à 400 mm sur les Hauts Plateaux, moins de 100 mm dès l'entrée du Sahara.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nappes sahariennes exploitées à El Oued, Ouargla ou Adrar sont pour l'essentiel fossiles : le mètre cube pompé ne se reconstitue pas à l'échelle humaine.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publique — barrages, transferts, unités de dessalement de grande capacité — porte sur l'offre. L'hydro-rétention agit sur la demande, à la parcelle.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L'agriculture, premier poste de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agricole libère plus de volume que l'arrêt complet de l'usage industriel.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un pays qui produit une part croissante de son eau potable par dessalement, chaque mètre cube économisé à la parcelle a une valeur directe.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ET SÉCURITÉ ALIMENTAIRE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Produire davantage pour importer moins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8–10 Md$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d'importations alimentaires par an, céréales et lait en tête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importateurs mondiaux de blé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palmiers dattiers, Deglet Nour en tête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4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producteurs mondiaux de dattes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politique agricole encourage la mise en valeur des terres du Sud — céréales sous pivot, pomme de terre, maïs — pour réduire la facture des importations. Chaque hectare gagné sur le désert se paie en eau souterraine : l'efficience au champ conditionne l'extension.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nationale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terre, tomate et dattes sont intégralement irriguées : c'est là que l'économie d'eau se convertit en marge.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Les céréales sont majoritairement pluviales et le volume varie fortement d'une campagne à l'autre selon la pluviométrie.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Dattes : la Deglet Nour sous contrainte d'eau et de sel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palmeraies des Ziban, de l'Oued Righ et du Souf fournissent l'essentiel de la production, dont la Deglet Nour exportée.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L'irrigation par submersion reste courante, alors que les nappes profondes du Sahara ne se renouvellent pas.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remontée des sels et l'ensablement réduisent le calibre et la qualité des dattes dans les vieilles palmeraies.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nouvelles plantations passent au goutte-à-goutte : c'est le moment où l'hydro-rétenteur se pose le plus simplement.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rejet planté avec EVERGREEN® dans la fosse garde l'eau au niveau des racines entre deux irrigations.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DEUXIÈME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Pomme de terre sous pivot : le rendement se joue à l'arrosage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près de 5 millions de tonnes, la pomme de terre est la première production végétale du pays.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Oued est devenu en vingt ans un bassin majeur, sur sable, sous pivot, avec une eau pompée en profondeur.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sol sableux, l'eau traverse la zone racinaire en quelques heures : une partie de chaque arrosage est perdue.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du pompage et de l'électricité pèse de plus en plus dans la marge à l'hectare.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essais secteur contre secteur sous un même pivot mesurent l'eau économisée sur une saison complète.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Potentiel de rendement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 de rendement attendu par culture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Fourchettes retenues par notre calculateur de dose, pour une culture conduite normalement avec EVERGREEN® à la plantation.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conduite. Pour les céréales, aucun gain n'est avancé sans essai de terrain.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incorporé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d'irrigation ou de pluie et la restitue progressivement, ce qui supprime le stress hydrique des phases critiques.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dans le profil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et n'augmente ni la salinité ni la teneur en nitrates.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condition d'accès aux cahiers des charges des acheteurs européens.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 avec les équipements de fertirrigation en place.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se renforcent : l'hydro-rétenteur prolonge la disponibilité de l'eau, le fertilisant valorise cette eau sans charger un sol déjà sensible à la salinité.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reste de la gamme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Protéger les cultures, fixer les sols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protéger sans résidu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Lutte contre maladies, parasites, champignons et ravageurs, sans molécule de synthèse.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Pulvérisation foliaire et racinaire, à effet préventif comme curatif.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résidu dans le sol, la plante ou l'air : pollinisateurs et auxiliaires préservés.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Formulé sur mesure pour un problème précis : cochenille, HLB des agrumes, nématodes.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l'arbre des régions chaudes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à 15 m en six à huit ans, avec un tronc de gros diamètre.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 à 100 g d'EVERGREEN® par plant, l'irrigation nécessaire diminue de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Résiste de −25 °C à +45 °C ; son bois ne s'enflamme qu'à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Brise-vent, protection des sols contre l'érosion, 400 à 700 kg de miel par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livrés en pot (25 à 30 cm), certifiés indemnes de maladies et remplacés sous garantie en cas de perte. Première coupe à la fin de la sixième année, bois valorisé autour de 400 à 450 € le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Mitidja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130 000 ha de plaine agricole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bassin d'agrumes et de maraîchage du pays, adossé au marché d'Alger.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Nappe alluviale surexploitée, avec des remontées salines constatées en bordure côtière.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Exploitations moyennes déjà équipées en goutte-à-goutte, capables de décider vite sur un essai.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Ziban — Biskra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Dattes Deglet Nour et primeurs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pôle dattier du pays et principal fournisseur de primeurs hors saison.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sableux à très faible capacité de rétention : l'eau percole avant d'être absorbée.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 d'exportation déjà structurée vers l'Europe, sensible aux exigences de certification.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Oued — Souf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 sous pivot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Bassin de pomme de terre développé sur sable, irrigué par pivots depuis des nappes profondes.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filtrant et évapotranspiration élevée : le poste irrigation pèse lourd dans le coût de revient.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 fossile non renouvelable : l'économie d'eau conditionne la durée d'exploitation.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progressif, mesuré à chaque étape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d'irrigation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témoin conduit strictement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consommation et de rendement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réellement exploré par les racines — un pivot sur sable du Souf et un verger d'agrumes de Mitidja n'appellent pas la même quantité.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Travailler ensemble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partenaire local pour l'Algérie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Exclusivité territoriale et stock de lancement pour la première saison commerciale.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technique des équipes, protocoles de dosage et mises à jour à chaque saison.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Essais conjoints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Parcelles de démonstration avec témoin, résultats partagés avec les producteurs.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avec le ministère de l'Agriculture et les programmes de sécurité alimentaire.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s'adapte au territoire : un importateur, un distributeur d'intrants ou un groupement de producteurs peut porter le partenariat.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interannuelle de la pluviométrie : une campagne humide masque l'intérêt du produit sur les Hauts Plateaux.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Foncier morcelé au Nord : beaucoup de petites exploitations, décision d'achat dispersée.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Concurrence de produits bas de gamme à base de sodium, qui ont laissé de mauvais souvenirs.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d'importation et délais logistiques sur les intrants agricoles.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l'essai sur un cycle complet avec parcelle témoin, pour objectiver le gain même en année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coopératives, les groupements et les grandes fermes pilotes du Sud.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: potassium et non sodium, compatible avec les cultures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Étaler l'engagement : la durée d'effet de 3 à 4 ans amortit le coût sur plusieurs campagnes.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et hypothèses de travail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national des statistiques (ONS) : comptes nationaux, production agricole.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Ministère de l'Agriculture et du Développement rural : statistiques agricoles.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Douanes algériennes : importations de céréales, de lait et de produits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et Banque mondiale (WDI).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Hypothèses de travail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sont des ordres de grandeur arrondis, tirés des dernières données publiques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gains d'eau et de rendement sont indicatifs et varient selon le sol, le climat et la 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travail commercial : chiffres à actualiser avant toute soumission officielle.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d'essais, certificats (SOHISCERT, analyses Polymex et SGS) et fiches techniques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d'irrigation,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2026-09-15T22:52:54Z</dcterms:created>
  <dcterms:modified xsi:type="dcterms:W3CDTF">2026-09-15T22:52:54Z</dcterms:modified>
</cp:coreProperties>
</file>