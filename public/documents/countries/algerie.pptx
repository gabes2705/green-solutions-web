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Produire davantage pour importer moins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 Md$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d'importations alimentaires par an, céréales et lait en tête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importateurs mondiaux de blé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palmiers dattiers, Deglet Nour en tête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4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dattes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politique agricole encourage la mise en valeur des terres du Sud — céréales sous pivot, pomme de terre, maïs — pour réduire la facture des importations. Chaque hectare gagné sur le désert se paie en eau souterraine : l'efficience au champ conditionne l'extension.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Dattes : la Deglet Nour sous contrainte d'eau et de sel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palmeraies des Ziban, de l'Oued Righ et du Souf fournissent l'essentiel de la production, dont la Deglet Nour exportée.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L'irrigation par submersion reste courante, alors que les nappes profondes du Sahara ne se renouvellent pas.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remontée des sels et l'ensablement réduisent le calibre et la qualité des dattes dans les vieilles palmeraies.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nouvelles plantations passent au goutte-à-goutte : c'est le moment où l'hydro-rétenteur se pose le plus simplement.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rejet planté avec EVERGREEN® dans la fosse garde l'eau au niveau des racines entre deux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Pomme de terre sous pivot : le rendement se joue à l'arrosage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près de 5 millions de tonnes, la pomme de terre est la première production végétale du pays.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Oued est devenu en vingt ans un bassin majeur, sur sable, sous pivot, avec une eau pompée en profondeur.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sol sableux, l'eau traverse la zone racinaire en quelques heures : une partie de chaque arrosage est perdue.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du pompage et de l'électricité pèse de plus en plus dans la marge à l'hectare.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essais secteur contre secteur sous un même pivot mesurent l'eau économisée sur une saison complète.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l'Algérie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national des statistiques (ONS) : comptes nationaux, production agricole.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 et du Développement rural : statistiques agricoles.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Douanes algériennes : importations de céréales, de lait et de produits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Photographies : Clapsus (CC BY-SA 3.0), Knight of honor (CC BY-SA 4.0), NASA (Public domain), Timici (CC BY-SA 4.0) — via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2026-09-17T07:59:00Z</dcterms:created>
  <dcterms:modified xsi:type="dcterms:W3CDTF">2026-09-17T07:59:00Z</dcterms:modified>
</cp:coreProperties>
</file>