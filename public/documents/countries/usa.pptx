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8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9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Withdrawals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9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Public supply</c:v>
                </c:pt>
                <c:pt idx="2">
                  <c:v>Industry &amp; power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40</c:v>
                </c:pt>
                <c:pt idx="1">
                  <c:v>13</c:v>
                </c:pt>
                <c:pt idx="2">
                  <c:v>47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output (million metric tons)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409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Corn</c:v>
                  </c:pt>
                  <c:pt idx="1">
                    <c:v>Soybeans</c:v>
                  </c:pt>
                  <c:pt idx="2">
                    <c:v>Hay &amp; forage</c:v>
                  </c:pt>
                  <c:pt idx="3">
                    <c:v>Wheat</c:v>
                  </c:pt>
                  <c:pt idx="4">
                    <c:v>Potatoes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380</c:v>
                </c:pt>
                <c:pt idx="1">
                  <c:v>115</c:v>
                </c:pt>
                <c:pt idx="2">
                  <c:v>110</c:v>
                </c:pt>
                <c:pt idx="3">
                  <c:v>50</c:v>
                </c:pt>
                <c:pt idx="4">
                  <c:v>19</c:v>
                </c:pt>
              </c:numCache>
            </c:numRef>
          </c:val>
        </c:ser>
        <c:dLbls>
          <c:numFmt formatCode="[$-409]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Sprinkler</c:v>
                  </c:pt>
                  <c:pt idx="2">
                    <c:v>Center pivot</c:v>
                  </c:pt>
                  <c:pt idx="3">
                    <c:v>Furrow / flood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Sprinkler</c:v>
                  </c:pt>
                  <c:pt idx="2">
                    <c:v>Center pivot</c:v>
                  </c:pt>
                  <c:pt idx="3">
                    <c:v>Furrow / flood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1965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DOSSIER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23774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United States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38404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crops, permanent plantings and specialty produce on a shrinking water budget.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hydro-retention changes for irrigated acres.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contact@evergreen-ecosorb.com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AT A GLANCE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large export sector working on a tighter water budget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880M acres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land in farms, about 40% of the land area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55M acres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irrigation, three quarters of it in the 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$180 B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annual agricultural and food exports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2.6 M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working on farms, near 1.4% of all U.S. jobs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contributes roughly 1% of GDP on its own, and close to 5% once processing and distribution are counted. Output is concentrated: a small share of operations generates most of the production value, and irrigated acres deliver far more than their proportion of that total.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 scarcity here is regional, and it is structural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Center-pivot irrigation, Great Plains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precipitation runs from under 10 inches (≈ 250 mm) in the Desert Southwest to more than 50 inches (≈ 1,270 mm) in the Southeast. Irrigation follows that gradient.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three quarters of irrigated acreage sits in the 17 western states, where most crops cannot be brought to harvest without applied water in a normal season.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Colorado River serves some 40 million people and roughly 5 million irrigated acres. Lake Mead and Lake Powell have operated near a third of capacity in recent years.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Ogallala Aquifer supports close to 12 million irrigated acres across eight states. In parts of Kansas and the Texas Panhandle, water levels have fallen by more than 100 feet.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policy works on supply — storage, recycling, fallowing payments, groundwater plans California basins must balance by 2040. Hydro-retention works on demand, in the root zone.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WATER GOES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Irrigation and power cooling dominate withdrawals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means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industrial share is inflated by once-through cooling at power plants, which returns most of its water to the river.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Irrigation is different: most of what is applied is consumed. In consumptive terms, farming accounts for the large majority of U.S. freshwater use.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MAJOR CROPS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outputs carry the bulk of farm volume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 and soybeans carry the volume, largely rain-fed across the Midwest.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and forage are the single largest consumer of irrigation water in the West; alfalfa alone takes a significant share of Colorado River deliveries. Potatoes and specialty crops carry the highest value per acre.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technologies for two different constraints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hold the water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Potassium-based hydro-retainer, placed in the root zone at planting or at the first pass of the season.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rain and irrigation water, then releases it back to the plant as demand arises, removing water stress during the critical growth stages.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on the order of 300 times its own weight; useful life of 3 to 4 years in the soil.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Degrades by 20 to 25% per year, with no accumulation and no risk of overdose.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feed without depleting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Microdose fertilizer built on amino acids, nitrogen, phosphorus and potassium, sourced from renewable inputs.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Non-chelating: it does not strip the clay-humus complex and does not raise soil salinity or nitrate load.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SOHISCERT and EU Organic certified — the condition of entry to organic and export buyer programs.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 4 bottles of 140 ml per hectare, compatible with existing fertigation equipment.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products are sold separately but were designed to reinforce one another: the hydro-retainer extends how long water stays available, the fertilizer converts that available water into growth without degrading the soil.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OF MAGNITUDE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water savings by irrigation method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ranges are indicative and rest on documented gains from our hydro-retainers.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results depend on the soil, the climate and the crop. The figures give an order of magnitude only: they are in no case a guaranteed, contractual or absolute value.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PRIORITY AREAS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run the first trials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Valley, CA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5M irrigated acres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250 crops on one valley floor — almonds, pistachios, grapes, processing tomatoes. Permanent plantings cannot simply be fallowed in a dry year.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groundwater plans tighten pumping allowances through 2040: growers need savings per acre, not new supply.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Drip and micro-sprinkler are already standard, so the remaining gain has to come from the soil itself.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Plains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12M irrigated acres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Corn, sorghum, cotton and alfalfa across Nebraska, Kansas, Colorado and the Texas Panhandle, almost entirely on center pivot.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Aquifer levels have declined for decades; well yields fall and pumping lift rises, pushing up energy cost per acre-inch applied.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Sandy and sandy-loam soils hold little water — retention in the root zone has a direct, measurable effect.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Columbia Basin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700k irrigated acres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Potatoes, apples, hops, onions and wine grapes on sandy volcanic soils with very low water-holding capacity.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10 inches of rain a year: every acre depends on delivered water from the Columbia River system.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value per acre and strict packer quality specifications justify spending on per-acre inputs.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PROCEED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staged rollout, measured at every step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the soil, the irrigation method and the crop. No commitment at this stage.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block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trial on one block, against a control block managed identically.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use and yield recorded across a full production cycle.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extension to the remaining acres on the basis of the results observed.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dosing rule is the same everywhere: 3 grams per liter of usable soil. What changes from one field to the next is the volume of soil the roots actually explore.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ANTICIPATE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Identified risks and how we answer them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Year-to-year rainfall variability: a wet season masks the value of the product.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purchasing cycles and agronomist sign-off on large operations, plus dealer and co-op channels to qualify.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of low-grade sodium-based polymers, which left a poor reputation among growers.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margins on row crops when input costs rise faster than commodity prices.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trial over a full cycle with a control block, so the gain is documented even in a favorable season.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dealers, co-ops and crop consultants rather than farm by farm, and supply the trial protocol in advance.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formulation: potassium, never sodium, compatible with food crops and with soil health.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the outlay: a 3 to 4 year useful life amortizes the cost across several seasons.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Acrylamide analysis (Polymex laboratory, ISO 9001, content below 3.0 µg/g), REACH / SVHC screening (SGS) and the SOHISCERT certificate valid to 4 September 2027 are all available on request.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us about your field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Crop, irrigation method, soil type, and the water volume you apply today. We come back with the matching combination of technologies, the dosing, and the trials already run in comparable conditions.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conversation commits you to nothing.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2026-09-14T17:45:15Z</dcterms:created>
  <dcterms:modified xsi:type="dcterms:W3CDTF">2026-09-14T17:45:15Z</dcterms:modified>
</cp:coreProperties>
</file>