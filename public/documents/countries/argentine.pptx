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Mínimo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Máximo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rgen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30846"/>
            <a:ext cx="1965960" cy="1228725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30846"/>
            <a:ext cx="1965960" cy="1228725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ARGENTINA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Aires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Documento confidencial · Para uso exclusivo del destinatario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SEGURIDAD ALIMENTARIA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exportador de alimentos que depende de la lluvia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 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exportador mundial de harina y aceite de soja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20 000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dólares de pérdidas atribuidas a la sequía 2022/23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vino argentino se elabora en Mendoza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personas alimentadas con lo que produce el país, según el sector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derechos de exportación de granos financian una parte del gasto público: cada mala campaña se traduce en menos divisas. Las economías regionales —vid, frutas, olivo, hortalizas— dependen en cambio del riego en zonas áridas, donde el agua de deshielo disminuye.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 en Cuyo: menos nieve, menos agua de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y San Juan concentran la mayor parte del viñedo del país, regado con agua de los ríos andinos.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nevadas más escasas en la cordillera reducen los caudales de verano y los turnos de riego asignados.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viñedos todavía riegan por surco o por manto, con pérdidas altas por infiltración y evaporación.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reconversión a goteo es la ocasión natural para incorporar un retenedor de agua en la línea de plantación.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rendimiento estable y una madurez regular son lo que pagan las bodegas y los mercados de exportación.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Olivo y frutales: las economías regionales bajo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olivo se extiende por Catamarca, La Rioja, San Juan y Mendoza, sobre suelos pobres y con muy poca lluvia.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Alto Valle de Río Negro y Neuquén es la gran zona de peras y manzanas de exportación del país.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plantaciones nuevas dependen del bombeo de agua subterránea, cuyo costo energético crece cada año.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Heladas y golpes de calor se suman al estrés hídrico en floración y cuaje.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trata las plagas sin residuos, una exigencia de los compradores europeos de fruta fresca.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de rendimiento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rendimiento esperado por cultivo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 que usa nuestra calculadora de dosis, para un cultivo manejado con normalidad y EVERGREEN® aplicado en la plantación.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el clima y el manejo. En cereales no se anuncia ningún aumento sin ensayo de campo.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de la gama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Proteger los cultivos, sujetar los suelos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proteger sin residuos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enfermedades, parásitos, hongos y plagas, sin moléculas de síntesis.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Pulverización foliar y radicular, con efecto preventivo y curativo.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residuo en el suelo, la planta ni el aire: polinizadores y auxiliares a salvo.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a medida para un problema concreto: cochinilla, HLB de los cítricos, nematodos.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árbol de clima cálido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 a 15 m en seis a ocho años, con un tronco de gran diámetro.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100 g de EVERGREEN® por planta, el riego necesario disminuye un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de −25 °C a +45 °C; su madera solo se inflama a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Cortavientos, protección del suelo contra la erosión, de 400 a 700 kg de miel por hectárea.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entregadas en maceta (25 a 30 cm), certificadas libres de enfermedades y repuestas en garantía en caso de pérdida. Primera corta al final del sexto año, con la madera valorada en torno a 400-450 € el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juntos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socio local para Argentina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y stock de lanzamiento para la primera campaña comercial.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técnica de los equipos, protocolos de dosis y actualización cada campaña.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conjuntos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Parcelas de demostración con testigo y resultados compartidos con los productores.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Instituciones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con el Ministerio de Agricultura y los programas de seguridad alimentaria.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se adapta al territorio: un importador, un distribuidor de insumos o una agrupación de productores puede liderar la alianza.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e hipótesis de trabajo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INDEC: comercio exterior y cuentas nacionales.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Cereales de Buenos Aires y Bolsa de Comercio de Rosario: campañas y sequía 2022/23.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Nacional de Vitivinicultura (INV): superficie y elaboración por provincia.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y Banco Mundial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Fotografías: Maggilautaro (CC BY 3.0) — vía Wikimedia Commons.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Hipótesis de trabajo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 son órdenes de magnitud redondeados, tomados de los últimos datos públicos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ahorros de agua y los aumentos de rendimiento son indicativos y varían según suelo, clima y cultivo.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comercial de trabajo: cifras a actualizar antes de cualquier presentación oficial.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ensayo, certificados (SOHISCERT, análisis Polymex y SGS) y fichas técnicas: disponibles a pedido.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Suiza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2026-09-17T07:59:05Z</dcterms:created>
  <dcterms:modified xsi:type="dcterms:W3CDTF">2026-09-17T07:59:05Z</dcterms:modified>
</cp:coreProperties>
</file>