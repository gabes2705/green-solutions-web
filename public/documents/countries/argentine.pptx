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upload.wikimedia.org/wikipedia/commons/thumb/e/e5/Flag_of_Argentina.svg/1280px-Flag_of_Argentina.svg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74320"/>
            <a:ext cx="9144000" cy="13716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ARGENTINA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de Mercado Agrícola Sostenible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Agrícola de Argentina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Posición Regional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2º productor agrícola de América del Sur después de Brasil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PIB Agrícola: aproximadamente USD 170 mil millones anuales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Territorio: 135 millones de hectáreas de tierra cultivable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 Climática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Climas variados: templado (Pampa), subtropical (Misiones), árido (Noroeste)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Estaciones bien definidas ideales para rotación de cultivos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Altitudes desde nivel del mar hasta 6.960m en el noroeste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Hídricos de Argentina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Principales Fuentes de Agua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Cuenca del Paraná: río perenne con caudal abundante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Acuífero Guaraní: reserva subterránea de 37.000 km³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Ríos principales: Paraná, Uruguay, Río de la Plata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Desafíos Regionales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Déficit en el norte (Misiones, Corrientes) durante sequías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 agua: agricultura vs. hidroelectricidad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Variabilidad anual de precipitaciones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Cultivos Principales de Argentina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Producción Extensiva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Soja: 1er cultivo de exportación, 52 millones de toneladas anuales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Maíz: 58 millones de toneladas/año, demanda global creciente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Trigo: 16 millones de toneladas/año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Arroz: principalmente en Mesopotamia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Producción Especializada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Viñas (región Cuyo): vinos premium de clase mundial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Frutas (manzanas, peras, uvas): exportación a mercados europeos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Bayas orgánicas (Misiones): arándanos, frutillas crecimiento exponencial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Desafíos del Agua en la Agricultura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Variabilidad Climática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Fenómeno ENOS: inundaciones en años lluviosos, sequías en años secos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climático intensifica eventos extremos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Ciclos de sequía más frecuentes en la Pampa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Insuficiente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8% de tierras cultivables actualmente irrigadas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de riego obsoletos en muchas regiones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Pérdidas hídricas por evaporación en pivots convencionales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de Riego Actual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 Implementada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Riego por gravedad: predominante, pero ineficiente (40-50% pérdida)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Pivots center: usados en cultivos extensivos de maíz/soja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localizados: limitados a viñedos y frutas premium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Modernización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 Húmeda: regiones con déficit parcial, altamente productivas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deficitarios: reducen volumen pero mantienen rendimiento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sensores de humedad aún en fase inicial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Económico para Crecimiento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Viñedos Región Cuyo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Exportación de vinos premium en aumento: USD 2.500 millones/año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 objetivo: USA, Europa, mercados asiáticos emergentes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 en riego optimizado = mayor consistencia de cosecha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Bayas y Frutas Orgánicas (Misiones)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Arándanos: demanda global 15% anual crecimiento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 orgánica permite sobreprecio 30-50%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Expansión viabilizada con riego sostenible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Soluciones Green Solutions para Argentina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EVERGREEN®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Retención de humedad optimizada para Pampa seca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estrés hídrico en períodos de sequía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Compatible con sistemas de riego existentes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ECOFERT®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Optimizado para suelos neurosoles y latosoles argentinos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 estructura del suelo, aumenta retención hídrica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para agricultura orgánica (Misiones, Cuyo)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Ahorros de Agua Estimados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Proyecciones por Región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Cuyo (Viñedos)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5AA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25-35%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Misiones (Bayas)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5AA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20-30%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 (Soja/Maíz)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5204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5AA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15-25%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 Legal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Estimación indicativa basada en pruebas piloto. El resultado real depende del suelo, clima, cultivo y prácticas de manejo.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de Uso Regional: Cuyo (Viñedos)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 Actual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Región productora de vinos premium en Mendoza, San Juan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Riego deficitario controlado ya implementado en parcelas piloto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 por agua con hidroelectricidad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Green Solutions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EVERGREEN® + ECOFERT® reduce 25-35% demanda hídrica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 de calidad uvas sin comprometer viñedos históricos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en 2-3 años con sobreprecio en exportación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de Uso Regional: Misiones (Bayas y Frutas)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 Actual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Subtropicales, alta pluviometría pero sequías puntuales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Arándanos y frutillas en expansión, mayoría orgánica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Exportación a USA, UE: margen de ganancia elevado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Green Solutions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ECOFERT® + EVERGREEN® apto para cultivo intensivo en hileras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Mantiene humedad óptima en períodos críticos (floración)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Certificable orgánico, sin limitaciones regulatorias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de Uso Regional: Pampa (Soja y Maíz)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 Actual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 Húmeda: mayor zona productiva, 70% soja argentina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Sequías periódicas causan pérdidas de 30-40% cosecha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Inversiones en riego desalentadas por rentabilidad marginal actual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Green Solutions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EVERGREEN® en defensiva: protege de sequías puntuales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bajo, aplicación simple, compatibilidad siembra directa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en 10.000ha = reducción riesgo, estabilidad producción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Alianzas Locales y Plan de Adopción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Socios Clave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INTA: Instituto Nacional de Tecnología Agropecuaria, investigación y validación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Cooperativas vitivinícolas Cuyo: productores tradicionales, distribución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Exportadores orgánicos Misiones: acceso mercado premium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de Implementación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(meses 1-6): Pilotos en viñedos Cuyo + bayas Misiones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(meses 7-12): Expansión soja/maíz Pampa Húmeda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 y Estrategias de Mitigación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 Macroeconómicos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Inflación argentina volatilidad: precios de insumos + tipo cambio USD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Mitigación: contratos a largo plazo con cooperativas, precios fijos iniciales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 Climáticos y Técnicos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climático impredecible, variabilidad suelos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Mitigación: pilotos rigurosos INTA, seguimiento 3-5 años antes expansión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Sensibilidad Exportación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Economía argentina dolarca: riesgo tipo cambio USD/ARS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upload.wikimedia.org/wikipedia/commons/thumb/e/e5/Flag_of_Argentina.svg/1280px-Flag_of_Argentina.svg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74320"/>
            <a:ext cx="9144000" cy="137160"/>
          </a:xfrm>
          <a:prstGeom prst="rect">
            <a:avLst/>
          </a:prstGeom>
          <a:solidFill>
            <a:srgbClr val="75AADB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 de Asociación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D5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Juntos, transformamos la agricultura argentina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5AA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Pilotes Regionales: Cuyo • Misiones • Pampa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75AA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Asociación Estratégica Green Solutions Argentina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2026-09-14T07:14:29Z</dcterms:created>
  <dcterms:modified xsi:type="dcterms:W3CDTF">2026-09-14T07:14:29Z</dcterms:modified>
</cp:coreProperties>
</file>