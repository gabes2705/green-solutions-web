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 MERCADO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Argentina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más volumen que suprimir la totalidad del uso industrial.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145 000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2026-09-14T17:35:32Z</dcterms:created>
  <dcterms:modified xsi:type="dcterms:W3CDTF">2026-09-14T17:35:32Z</dcterms:modified>
</cp:coreProperties>
</file>