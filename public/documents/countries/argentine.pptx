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Extracciones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C0A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Agricultura</c:v>
                </c:pt>
                <c:pt idx="1">
                  <c:v>Agua potable</c:v>
                </c:pt>
                <c:pt idx="2">
                  <c:v>Industria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15</c:v>
                </c:pt>
                <c:pt idx="2">
                  <c:v>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anual (millones de toneladas)*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Maíz</c:v>
                  </c:pt>
                  <c:pt idx="1">
                    <c:v>Soja</c:v>
                  </c:pt>
                  <c:pt idx="2">
                    <c:v>Trigo</c:v>
                  </c:pt>
                  <c:pt idx="3">
                    <c:v>Cebada</c:v>
                  </c:pt>
                  <c:pt idx="4">
                    <c:v>Girasol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45</c:v>
                </c:pt>
                <c:pt idx="2">
                  <c:v>18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Rango inferior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Rango superior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argent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REPÚBLICA ARGENTINA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Buenos Aires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Granos, vid y fruta de exportación bajo una restricción hídrica creciente.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hidro-retención cambia para una agricultura exportadora.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 · Documento confidencial · Para uso exclusivo del destinatario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EN SÍNTESIS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gigante agroexportador expuesto a la sequía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valor exportado en bienes viene del agro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sembradas con cultivos extensivos cada campaña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2,1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riego, cerca del 5 % de la superficie sembrada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PIB aportado en forma directa por el agro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agropecuario aporta en forma directa alrededor del 7 % del PIB, y cerca del 20 % si se suma la agroindustria. La producción se concentra en pocos cultivos y en pocas provincias: una sequía regional tiene efecto macroeconómico inmediato sobre el ingreso de divisas.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LIMITACIÓN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sequía dejó de ser una excepción de calendario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bajo riego por pivote, región pampeana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campaña 2022/23 fue la más seca en décadas: la soja cayó a unos 20 millones de toneladas, menos de la mitad de un año normal, y el maíz a cerca de 34 millones.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pérdidas de exportación de esa sola campaña fueron estimadas en el orden de 20 000 millones de dólares, sobre un complejo agroindustrial que sostiene la balanza comercial.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agricultura moviliza del orden del 74 % del agua extraída del país: toda tensión sobre el recurso se traduce primero en restricciones al riego.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pluviométrico es extremo: de más de 1 500 mm anuales en Misiones a menos de 200 mm en Mendoza, San Juan y el norte patagónico.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pública trabaja sobre la oferta — embalses, revestimiento de canales, riego tecnificado. La hidro-retención actúa sobre la demanda, en el lote.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 VA EL AGUA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riego concentra la mayor parte de la extracción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implica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 10 % el consumo agrícola libera un volumen equivalente a cerca de dos tercios de todo el uso industrial del país.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esfuerzo se concentra en el lote y no en los demás usos. En las provincias áridas de Cuyo la participación del riego supera el 80 %.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CULTIVOS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cultivos concentran el volumen producido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y soja concentran el volumen y son mayoritariamente de secano: el rendimiento sigue directamente a la lluvia de diciembre y enero.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volúmenes varían mucho entre campañas. En 2022/23 la soja cayó a cerca de 20 millones de toneladas.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RESPUESTA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tecnologías para dos limitaciones distintas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retener el agua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Hidro-retenedor a base de potasio, colocado en la zona radicular en la siembra o en la plantación.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el agua de lluvia o de riego y la devuelve a la planta a medida que la necesita, suprimiendo el estrés hídrico en las etapas críticas.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absorción del orden de 300 veces su peso; vida útil de 3 a 4 años en el suelo.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degrada entre 20 y 25 % por año, sin acumulación ni riesgo de sobredosis.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nutrir sin agotar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Fertilizante en microdosis de aminoácidos, nitrógeno, fósforo y potasio, de origen renovable.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quelante: no empobrece el complejo arcillo-húmico ni aumenta la salinidad ni el contenido de nitratos.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SOHISCERT y EU Bio — condición de acceso a los pliegos de los compradores europeos.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4 frascos de 140 ml por hectárea, compatible con los equipos de fertirriego existentes.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productos se venden por separado pero fueron concebidos para reforzarse: el hidro-retenedor prolonga la disponibilidad del agua, el fertilizante valoriza esa agua disponible sin degradar el suelo.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DE MAGNITUD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Ahorro de agua esperado según el método de riego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rangos son indicativos y se apoyan en las mejoras documentadas de nuestros hidro-retenedores.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del clima y del cultivo. Las cifras dan un orden de magnitud: en ningún caso constituyen un valor garantizado, contractual ni absoluto.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ZONAS PRIORITARIAS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conviene iniciar los primeros ensayos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Cuyo — Mendoza y San Juan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190 000 ha de viñedo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200 mm de lluvia al año: toda la producción depende del deshielo andino y del riego por manto o por goteo.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Vid, olivo y frutales de alto valor unitario, con destino de exportación y pliegos de calidad exigentes.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Suelos arenosos y pedregosos de baja capacidad de retención, donde el efecto del hidro-retenedor es directamente medible.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Pampa Húmeda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ha sembradas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Corazón de la producción de soja, maíz y trigo, repartido entre Buenos Aires, Córdoba y Santa Fe.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casi enteramente de secano: el riesgo no es la falta de riego sino el veranillo de enero.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grandes y profesionalizadas, capaces de conducir un ensayo comparativo con lote testigo.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Valle del Río Negro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pepita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Peras y manzanas para exportación en un valle que recibe cerca de 200 mm de lluvia al año.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Riego gravitacional heredado, con márgenes de mejora importantes en la eficiencia de aplicación.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exportación a contraestación hacia Europa y Brasil: la calibración del fruto condiciona el precio.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despliegue por etapas, medido en cada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suelo, del método de riego y del cultivo. Sin ningún compromiso en esta etapa.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 piloto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ensayo comparativo sobre un lote, con lote testigo conducido de manera idéntica.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consumo de agua y de rendimiento a lo largo de un ciclo productivo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progresiva a los demás lotes sobre la base de los resultados observados.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dosificación es la misma en todas partes: 3 gramos por litro de tierra útil. Lo que cambia de un lote a otro es el volumen de suelo que las raíces exploran efectivamente.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PREVER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 y nuestras respuestas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Variabilidad interanual de las lluvias: una campaña húmeda oculta el interés del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 cambiaria y de los costos de importación, que complica la previsibilidad del precio en pesos.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de polímeros de baja calidad a base de sodio, que dejaron mala reputación entre los productores.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compra dispersa entre productor, ingeniero agrónomo y distribuidor de insumos.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Conducir el ensayo sobre un ciclo completo con lote testigo, para objetivar la mejora incluso en un año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Escalonar el compromiso: la vida útil de 3 a 4 años amortiza el costo sobre varias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formulación: potasio y nunca sodio, compatible con cultivos alimentarios.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a través de cooperativas, distribuidores de insumos y asesores técnicos, y entregar el protocolo de ensayo por anticipado.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acrilamida (laboratorio Polymex, ISO 9001, contenido inferior a 3,0 µg/g) y screening REACH / SVHC (SGS) disponibles a pedido, junto con el certificado SOHISCERT vigente hasta el 4 de septiembre de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Cuéntenos cómo es su lote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método de riego, tipo de suelo y volumen de agua que aplica hoy. Volvemos con la combinación de tecnologías correspondiente, las dosis, y los ensayos ya conducidos en situaciones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primera conversación no compromete a nada.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France</a:t>
            </a:r>
            <a:endParaRPr lang="en-US" sz="1400" dirty="0"/>
          </a:p>
        </p:txBody>
      </p:sp>
      <p:pic>
        <p:nvPicPr>
          <p:cNvPr id="6" name="Image 1" descr="C:\Users\Utilisateur\dev\green-solutions-web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2026-09-15T12:53:19Z</dcterms:created>
  <dcterms:modified xsi:type="dcterms:W3CDTF">2026-09-15T12:53:19Z</dcterms:modified>
</cp:coreProperties>
</file>