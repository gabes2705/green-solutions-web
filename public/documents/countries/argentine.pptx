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DE MERCADO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377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Argentina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8404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6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contact@evergreen-ecosorb.com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un volumen equivalente a cerca de dos tercios de todo el uso industrial del país.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190 000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2026-09-14T17:51:50Z</dcterms:created>
  <dcterms:modified xsi:type="dcterms:W3CDTF">2026-09-14T17:51:50Z</dcterms:modified>
</cp:coreProperties>
</file>