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Development Dossier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0F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 | Water | Innovation | Partnerships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Overview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Population: ~60 million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 per capita: ~$6,000 USD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Agriculture: ~2-3% of GDP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area: 1.2 million km²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Rainfall zones: High variance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export leader in Africa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Context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GDP: ~$405 billion USD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Services: 68% of economy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Industry: 29% of economy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Agriculture: 2-3% of economy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Unemployment: ~29%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HDI: 0.713 (upper-middle)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sectors: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Financial services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Retail &amp; tourism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Manufacturing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Mining (legacy)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value chain: $15B+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Sectors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production: 350M liters/year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Citrus (oranges, grapefruits, lemons)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Grains (maize, wheat)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 cane (KwaZulu-Natal region)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Deciduous fruit (apples, pears)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(beef, wool, mohair)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Regions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Western Cape: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&amp; fruit belt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150k hectares vineyards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of SA wine exports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Eastern Cape: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Citrus production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9377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farming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KwaZulu-Natal: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 cane (65% of nation)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Dairy farming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Intensive production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Limpopo &amp; Mpumalanga: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43891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Grains &amp; maize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49377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Irrigation development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Resources &amp; Stress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rainfall: 500-700mm (below global average)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Water-stressed regions: Western Cape, Northern Cape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 Town drought (2018-2019): severe supply crisis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Irrigation dependency: 60% of water use in agriculture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Dams at critical levels during dry seasons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Competition: agriculture vs. urban demand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Water Usage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Irrigation Methods: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Flood irrigation: 45%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Sprinkler systems: 35%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Drip/micro-irrigation: 20%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varies widely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use: 800-1200 mm/year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Distribution: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 cane: 35% of ag water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Wine grapes: 20%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Citrus: 18%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crops: 27%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Livestock: 8% additional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&amp; Environmental Constraints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zones: Mediterranean (SW), Semi-arid (interior)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rise: +1.0°C since 1980s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Rainfall variability: ±30% year-to-year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Desertification risk in Karoo region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Alien invasive plants consuming 3.3B m³ water/year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Sea-level rise affecting coastal agricultural zones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Innovation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Agriculture: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moisture sensors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station networks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rate irrigation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Drone monitoring systems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crop health analysis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Management: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metering infrastructure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Rainwater harvesting tech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Wastewater recycling systems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Aquifer storage solutions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irrigation controllers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Western Cape Drought Response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2018-2019: Day Zero crisis averted by 50% water cuts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Adopted water restrictions &amp; behavioral change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in desalination plants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Treated wastewater reuse: +15% water supply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sector adapted to 30% less water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solutions deployed: 2,000+ smart meters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Study: Karoo Irrigation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Semi-arid region: shifting to high-value crops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drip irrigation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water use: 40% reduction vs. flood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Solar-powered pumping systems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quality improvements in vegetables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cooperative irrigation schemes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Landscape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Management: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Water Act (1998)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allocation licensing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Catchment-based regulations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Compulsory water metering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incentives for efficiency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Agricultural Policy: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reform programs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standards (EU, US)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certification support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adaptation funding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Youth in agriculture incentives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&amp; Investment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Partnerships: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&amp; sensor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analytics platforms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sensing services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financing schemes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&amp; capacity building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0" cy="530352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0972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Opportunities: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capacity growth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1945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Value-added processing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74320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Organic/premium markets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Climate-smart agriculture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840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supply chains (SADC)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52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in precision irrigation infrastructure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renewable energy for agricultural pumping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water-sharing agreements between users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tech adoption through demonstration farms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smallholder farmer cooperatives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agricultural productivity to climate adaptation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F5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African Market Development Dossier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2026-09-14T06:49:10Z</dcterms:created>
  <dcterms:modified xsi:type="dcterms:W3CDTF">2026-09-14T06:49:10Z</dcterms:modified>
</cp:coreProperties>
</file>