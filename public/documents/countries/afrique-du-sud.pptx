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40</c:v>
                </c:pt>
                <c:pt idx="4">
                  <c:v>25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afrique-du-s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REPUBLIC OF SOUTH AFRICA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Pretoria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net food exporter with a two-speed farm economy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 2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 of fresh citrus in the world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0.9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in primary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farming units in the latest census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2.3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farming on a small scale, mostly for their own food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agriculture earns foreign exchange from fruit, wine, nuts and sugar, while millions of households farm small plots with little access to water. Water-use licensing, electricity load-shedding and land reform all weigh on investment decisions.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Citrus: an export leader on a tight water allocation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is grown in Limpopo, the Eastern Cape, Mpumalanga and the Western Cape, mostly under micro-irrigation.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draw on allocated river and dam water, which is cut back in drought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Load-shedding interrupts pumping schedules, so trees can miss irrigations during hot, dry spells.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markets pay for size and appearance: steady soil moisture protects both at fruit set and sizing.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treats pests without residue, which matters under strict European maximum residue limits.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Wine and table grapes in the Western Cape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Western Cape holds most of the vineyard area, from Stellenbosch to the Breede and Olifants river valleys.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2015–2018 drought brought Cape Town close to 'Day Zero', and farms lost much of their water allocation.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Table-grape growers in the Hex and Orange River valleys depend on long, hot seasons and dependable 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Replanting a vineyard costs several years of income: young vines must be kept free of water stress to establish.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furrow holds water around young roots between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potential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yield gain by crop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used by our dose calculator, for a normally managed crop with EVERGREEN® applied at planting.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soil, climate and management. For cereals, no gain is claimed without a field trial.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together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 partner for South Africa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exclusivity and launch stock for the first commercial season.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training for field teams, dosing protocols and seasonal updates.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 trials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plots with a control, results shared with growers.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with the Ministry of Agriculture and food-security programmes.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adapts to the territory: an importer, an input distributor or a growers' group can lead the partnership.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working assumptions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sources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South Africa: GDP by industry, Quarterly Labour Force Survey, Census of Commercial Agriculture.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Agriculture: Abstract of Agricultural Statistics.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Growers' Association; SAWIS for vineyard area.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Water and Sanitation; FAO (FAOSTAT, AQUASTAT); World Bank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assumptions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rounded orders of magnitude, taken from the latest public data available.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yield gains are indicative and vary with soil, climate and crop.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working document: figures to be refreshed before any official submission.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reports, certificates (SOHISCERT, Polymex and SGS analyses) and technical sheets: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Switzerland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2026-09-15T23:08:05Z</dcterms:created>
  <dcterms:modified xsi:type="dcterms:W3CDTF">2026-09-15T23:08:05Z</dcterms:modified>
</cp:coreProperties>
</file>