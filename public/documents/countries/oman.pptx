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</c:v>
                </c:pt>
                <c:pt idx="2">
                  <c:v>Industry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83</c:v>
                </c:pt>
                <c:pt idx="1">
                  <c:v>15</c:v>
                </c:pt>
                <c:pt idx="2">
                  <c:v>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cropped area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Date palms</c:v>
                  </c:pt>
                  <c:pt idx="1">
                    <c:v>Fodder</c:v>
                  </c:pt>
                  <c:pt idx="2">
                    <c:v>Vegetables</c:v>
                  </c:pt>
                  <c:pt idx="3">
                    <c:v>Other fruit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Bubbler</c:v>
                  </c:pt>
                  <c:pt idx="2">
                    <c:v>Sprinkler</c:v>
                  </c:pt>
                  <c:pt idx="3">
                    <c:v>Basin / falaj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Bubbler</c:v>
                  </c:pt>
                  <c:pt idx="2">
                    <c:v>Sprinkler</c:v>
                  </c:pt>
                  <c:pt idx="3">
                    <c:v>Basin / falaj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om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83066"/>
            <a:ext cx="1965960" cy="1124283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83066"/>
            <a:ext cx="1965960" cy="1124283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SULTANATE OF OMAN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Muscat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vegetables and fodder grown on shrinking aquifers and under 100 mm of rain.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when every cubic metre is pumped.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Irrigated farming on a very tight water budget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 and fisheries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water withdrawals go to agriculture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100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 across most of the country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370,000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dates harvested a year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is concentrated on the Al Batinah coastal plain, the interior oases and the monsoon-fed Dhofar region. Most irrigation water comes from aquifers and from some 3,000 active aflaj, traditional channels that are themselves fed by groundwater.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Groundwater is the farm, and it is running down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Dhofar and the Hajar mountains, rainfall averages well under 100 mm a year, while potential evaporation is many times higher.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draws the large majority of the water withdrawn each year, almost all of it from aquifers and aflaj.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 Al Batinah, decades of pumping have lowered water tables and let seawater intrude: salinity has taken farmland out of production.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long droughts many aflaj run weaker or dry up, and the oasis date groves they feed suffer first.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Desalination supplies the cities, but its cost rules it out for most irrigation. Hydro-retention works on demand, in the root zone, where every pumped cubic metre is paid for.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eight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saves several times the volume used by the whole of industry.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field: dates, fodder and vegetables on the coastal plain.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AND FOOD SECURITY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purchasing power, a narrow food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residents, with food demand rising every year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100 %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self-sufficiency in dates and in fresh fish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3,000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aflaj, five of them on the UNESCO World Heritage list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of Oman Vision, with food security as a priority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Oman imports most of its cereals, sugar, dairy and meat, and part of its vegetables. Food security plans favour local production of high-value crops and a more efficient use of every cubic metre of groundwater.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 palms hold half of the cropped area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palms occupy about half of the cropped area and carry cultural as well as economic weight.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Fodder, mostly Rhodes grass and alfalfa, is the thirstiest use per hectare and the first target of water rationing. Shares are rounded orders of magnitude.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Dates: a heritage crop with a modern water problem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palms cover about half of Oman's cropped area, from the Al Batinah coast to the interior oases.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groves are still irrigated in basins, with high losses on sandy soils in summer heat.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groundwater along the coast lowers yields and fruit quality, and weakens young palms.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programmes distribute offshoots of premium varieties: planting is the moment to act on water.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placed in the planting pit holds irrigation water around the roots through the first hot season.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irrigation water and releases it back to the plant gradually, removing water stress through the hottest months.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an entry condition for premium buyers.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range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crops, holding soils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protection without residue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diseases, parasites, fungi and pests, with no synthetic molecule.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and root spraying, working both preventively and curatively.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residue in soil, plant or air: pollinators and beneficial insects are spared.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Formulated for one precise problem: mealybug, citrus greening (HLB), nematodes.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the tree for hot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to 15 m in six to eight years, with a wide trunk.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100 g of EVERGREEN® per plant, irrigation needs drop by 50%.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Withstands −25 °C to +45 °C; the wood only ignites above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Windbreak, protection against soil erosion, 400 to 700 kg of honey per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delivered potted (25 to 30 cm), certified disease-free and replaced under warranty in case of loss. First harvest at the end of year six, with wood valued at around €400 to €450 per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Batinah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Oman's main farm belt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Vegetables, dates and fodder on a coastal plain where aquifers are over-drawn and turning saline.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already on drip, with pumps running daily: the saving shows on the power bill.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commercial farms able to host a trial block quickly.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oases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Aflaj-fed date groves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 date groves around Nizwa and Bahla, irrigated by shared falaj rotations.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flows in drought years mean longer intervals between turns.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offshoots planted with a retainer establish before the summer heat.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Dhofar — Salalah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from June to September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region with a monsoon: coconut, banana, papaya and vegetables near Salalah.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dry months outside the khareef: holding the monsoon water in the soil is the whole question.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Soils poor in organic matter, where ECOFERT® adds value alongside the retainer.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season, summer included.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heat above 45 °C and sandy soils: results vary strongly from one block to the next.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irrigation water in coastal areas, and caution toward any new soil input.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of fertilisers and soil conditioners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decision cycles at large agricultural companies and public bodies.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trials over a full season against a control block, so the gain is documented in figures.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 formulation, never sodium: it adds no salinity and is safe for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regulatory file early: analyses and certificates before negotiation starts.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farmer associations and model farms to reach many growers at once.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farm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Switzerland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2026-09-15T23:39:47Z</dcterms:created>
  <dcterms:modified xsi:type="dcterms:W3CDTF">2026-09-15T23:39:47Z</dcterms:modified>
</cp:coreProperties>
</file>