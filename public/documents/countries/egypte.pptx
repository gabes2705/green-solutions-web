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egypt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800" b="1" dirty="0">
                <a:solidFill>
                  <a:srgbClr val="FFFFFF"/>
                </a:solidFill>
                <a:latin typeface="Arial" pitchFamily="34" charset="0"/>
                <a:ea typeface="Arial" pitchFamily="34" charset="-122"/>
                <a:cs typeface="Arial" pitchFamily="34" charset="-120"/>
              </a:rPr>
              <a:t>جمهورية مصر العربية</a:t>
            </a:r>
            <a:endParaRPr lang="en-US" sz="2800" dirty="0"/>
          </a:p>
        </p:txBody>
      </p:sp>
      <p:sp>
        <p:nvSpPr>
          <p:cNvPr id="9" name="Shape 4"/>
          <p:cNvSpPr/>
          <p:nvPr/>
        </p:nvSpPr>
        <p:spPr>
          <a:xfrm>
            <a:off x="8744407" y="2889504"/>
            <a:ext cx="2788920" cy="45720"/>
          </a:xfrm>
          <a:prstGeom prst="rect">
            <a:avLst/>
          </a:prstGeom>
          <a:solidFill>
            <a:srgbClr val="E0A33E"/>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E0A33E"/>
                </a:solidFill>
                <a:latin typeface="Arial" pitchFamily="34" charset="0"/>
                <a:ea typeface="Arial" pitchFamily="34" charset="-122"/>
                <a:cs typeface="Arial" pitchFamily="34" charset="-120"/>
              </a:rPr>
              <a:t>القاهرة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2026-09-15T12:53:31Z</dcterms:created>
  <dcterms:modified xsi:type="dcterms:W3CDTF">2026-09-15T12:53:31Z</dcterms:modified>
</cp:coreProperties>
</file>