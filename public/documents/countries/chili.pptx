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5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Chili - Potencial de Mercado Agrícola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 de Desarrollo de Mercado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91440"/>
          </a:xfrm>
          <a:prstGeom prst="rect">
            <a:avLst/>
          </a:prstGeom>
          <a:solidFill>
            <a:srgbClr val="75AAD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Agrícola de Chile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Población: ~19,6 millones de habitantes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Superficie total: 1.285.216 km² (incluyendo territorios insulares)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PIB nacional: ~305 mil millones USD (2023)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Contribución agrícola al PIB: ~2,5-3%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Superficie cultivable: ~2.2 millones de hectáreas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Clima: Semi-árido al norte, templado en el centro, océanico al sur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Exportaciones agrícolas: ~25 mil millones USD anuales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Hídricos y Disponibilidad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Déficit hídrico crítico en el Norte Chico (Primera-Tercera Región)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Abundancia relativa en el Sur (Región de Los Lagos y Aysén)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Cuenca del Bío Bío: Principal fuente para el centro-sur (37 mil millones m³/año)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Río Maipo: Vital para Región Metropolitana (~2.5 mil millones m³/año)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Estrés hídrico: 40% del país presenta déficit severo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Demanda sectorial: Agricultura consume 70-80% del agua disponible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Cambio climático: Reducción proyectada de precipitaciones 5-15% hacia 2050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Cultivos Principales - Afectados por Sequía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Uvas (Vitis vinifera): Exportación #1, ~1,4 millones de toneladas/año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Manzanas: 350-400 mil toneladas/año, variedad premium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Aguacates: 300-400 mil toneladas/año, demanda asia creciente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Bayas (arándanos, frambuesas, moras): Crecimiento 15-20% anual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Tomates: 500-600 mil toneladas/año, mercado regional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Nogales: 100-150 mil toneladas/año de nueces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Impacto sequía: Rendimiento reducido 20-40% en muchas regiones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Principales Desafíos Hídricos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Restricciones hídricas: Prohibiciones de riego en zonas críticas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Competencia sectorial: Agricultura vs. minería vs. consumo urbano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Acceso geográfico: 40% del país es desierto (norte)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Sobre-asignación de derechos de agua: 120-150% en algunas cuencas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Depleción de acuíferos: Descenso de 1-3 metros por año en el norte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Conflictividad social: Litigios entre agricultores y municipios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Sostenibilidad: Urgencia de transición tecnológica e hídrida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Riego Actual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Sistema gravitario dominante: 60-65% de sistemas de riego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Eficiencia baja: 40-50% de pérdidas por evaporación y percolación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Sistemas de goteo: Crecimiento en regiones modernas (Región Central)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Riego por aspersión: 20-25% en frutales premium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Infraestructura envejecida: Canales y tuberías de 30-50 años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Transición en curso: Adopción de riego por goteo +5-8% anual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Inversión pública: ~200-300 millones USD anuales en modernización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Económico y Oportunidades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Crecimiento exportación frutas orgánicas: +20-25% anual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Premium pricing: Mercados premium pagan +30-50% sobre precio base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Sostenibilidad: Mercado demanda certificaciones (Rainforest, Fair Trade)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Mercados emergentes: Demanda en Asia (China, Vietnam, Singapur)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Agregación de valor: Frutas secas, jugos, conservas (+15-20% margen)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Precio internacional: Uvas ~2-3 USD/kg, arándanos ~3-5 USD/kg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ROI potencial: 25-40% sobre inversión con adopción tecnológica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Green Solutions para Chile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EVERGREEN®: Retención hídrica en suelos (aumenta capacidad 30-40%)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ECOFERT®: Regeneración de suelos volcánicos (prevalentes en Chile)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Beneficios combinados: Reducción agua + mejora nutrientes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Aplicación rápida: Integrable con sistemas existentes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Compatibilidad: Funciona con riego gravitario y goteo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Certificación orgánica: Productos calificados para agricultura biológica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Suelos volcánicos: 80% de suelos chilenos son de origen volcánico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Ahorros de Agua Estimados - Disclaimer Legal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Ahorros estimados: 30-45% según cultivo y método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Viñedos (EVERGREEN + goteo): ~40% de reducción hídrica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Manzanales (sistemas gravitarios mejorados): ~35% de reducción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Aguacatales (riego eficiente): ~45% de reducción potencial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Berries (sistemas intensivos): ~30-35% de mejora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DISCLAIMER LEGAL: "Estimación indicativa… el resultado real depende del suelo, clima y cultivo específico. No garantiza resultados. Pruebas piloto recomendadas."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Validación local: Estudios de caso en Chile del Centro necesarios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Uso Regionales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Norte Chico (Regiones I-III): Uvas + bayas, estrés hídrico crítico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Región Metropolitana: Manzanas + vegetales, demanda urbana creciente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Maule (Región VII): Viñedos + frutales, principal zona vinícola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Ñuble (Región XVI): Arándanos + manzanas, crecimiento dinámico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Sur (Región Los Lagos): Berries + productos orgánicos, agua abundante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Oportunidades: Certificación orgánica, agregación de valor, exportación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Prioridad: Adaptación climática + eficiencia hídrica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Socios Locales y Asociaciones Estratégicas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COAGRA: Confederación de Agricultores y Ganaderos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Sociedades Agrícolas: Asoex (exportadores), SNA (sociedad nacional)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Cooperativas frutales: FEDEFRUTA, cooperativas regionales de berries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Exportadores biológicos: Asociaciones de agricultura sustentable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Universidades: UC, UdeC, INIA (investigación agrícola)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Centros tecnológicos: Institutos de riego, agricultura de precisión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Financiamiento: INDAP, INIA, Bancos agrícolas, fondos de inversión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de Adopción - Fases de Implementación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Fase 1 (Meses 1-6): Pilotos en viñedos y manzanales del Centro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Fase 2 (Meses 7-12): Escalada a berries y aguacates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Fase 3 (Año 2): Expansión a Norte Chico y Región Sur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Fase 4 (Año 2-3): Integración con sistemas de riego inteligente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Hitos: Certificaciones, estudios de ROI, alianzas exportadoras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Adopción esperada: 50+ predios en 18 meses, 200+ en 3 años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Impacto: Reducción hídrica acumulada 100+ millones m³ anuales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65D3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y Estrategias de Mitigación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climático: Variabilidad El Niño, sequías extremas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Mitigación: Diversificación de cultivos, almacenamiento hídrico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político: Regulaciones de agua más restrictivas (posible)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Mitigación: Adopción proactiva, demostraciones de sostenibilidad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técnico: Adopción lenta de nuevas tecnologías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Mitigación: Alianzas con extensionistas, capacitación, financiamiento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2D3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Estrategia: Asociaciones con gobiernos regionales, fondos verdes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8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Chile: Oportunidad Estratégica para Agricultura Sostenible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+ Tecnología + Urgencia Climática = Transformación Agrícola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hídrica: 30-45% de ahorro potencial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potencial: 25-40% en 3-5 años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 Sostenibilidad + Competitividad global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Contacte a Green Solutions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5AA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estudio de terreno para Chile del Norte/Centro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2026-09-14T07:17:11Z</dcterms:created>
  <dcterms:modified xsi:type="dcterms:W3CDTF">2026-09-14T07:17:11Z</dcterms:modified>
</cp:coreProperties>
</file>