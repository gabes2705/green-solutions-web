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Uso consuntivo del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Agua potable</c:v>
                </c:pt>
                <c:pt idx="2">
                  <c:v>Industria y minería</c:v>
                </c:pt>
              </c:strCache>
            </c:strRef>
          </c:cat>
          <c:val>
            <c:numRef>
              <c:f>Sheet1!$B$2:$B$4</c:f>
              <c:numCache>
                <c:ptCount val="3"/>
                <c:pt idx="0">
                  <c:v>72</c:v>
                </c:pt>
                <c:pt idx="1">
                  <c:v>11</c:v>
                </c:pt>
                <c:pt idx="2">
                  <c:v>17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Uva*</c:v>
                  </c:pt>
                  <c:pt idx="1">
                    <c:v>Trigo</c:v>
                  </c:pt>
                  <c:pt idx="2">
                    <c:v>Manzana</c:v>
                  </c:pt>
                  <c:pt idx="3">
                    <c:v>Papa</c:v>
                  </c:pt>
                  <c:pt idx="4">
                    <c:v>Maíz</c:v>
                  </c:pt>
                </c:lvl>
              </c:multiLvlStrCache>
            </c:multiLvlStrRef>
          </c:cat>
          <c:val>
            <c:numRef>
              <c:f>Sheet1!$B$2:$B$6</c:f>
              <c:numCache>
                <c:formatCode>General</c:formatCode>
                <c:ptCount val="5"/>
                <c:pt idx="0">
                  <c:v>2.6</c:v>
                </c:pt>
                <c:pt idx="1">
                  <c:v>1.3</c:v>
                </c:pt>
                <c:pt idx="2">
                  <c:v>1.2</c:v>
                </c:pt>
                <c:pt idx="3">
                  <c:v>1.1</c:v>
                </c:pt>
                <c:pt idx="4">
                  <c:v>1</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reen-solutions-web\scripts\dossiers\drapeaux\chili.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REPÚBLICA DE CHILE</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Santiago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Fruta de exportación, viñedos y hortalizas bajo una sequía de más de una década.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en una agricultura de contraestación.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Una agricultura exportadora en un país largo y seco</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lo aporta el sector silvoagropecuario</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1,1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bajo riego, sobre todo en el centro</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20 000 M</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dólares en exportaciones silvoagropecuarias al año</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empleo nacional depende del sector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agricultura chilena vive de la contraestación: exporta fruta al hemisferio norte cuando allá es invierno, con más de 25 acuerdos comerciales vigentes. Esa ventaja comercial descansa sobre un recurso hídrico que lleva más de una década por debajo de lo normal en la zona central.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Más de una década de megasequía en la zona central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Parronal bajo riego, valle central</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Desde 2010 la zona central acumula déficits de precipitación del orden de 20 a 40 % año tras año: es el episodio seco más prolongado del que se tenga registro en el país.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cerca del 72 % del agua de uso consuntivo: cualquier tensión sobre el recurso se traduce primero en restricciones de riego.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menos de 10 mm al año en el desierto de Atacama, del orden de 300 mm en Santiago y más de 1 500 mm en la zona lluviosa del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embalses de Coquimbo y del valle central han operado varias temporadas muy por debajo de su capacidad, y decenas de comunas siguen bajo decreto de escasez hídrica.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—embalses, revestimiento de canales, desalación en el norte— actúa sobre la oferta. La hidrorretención actúa sobre la demanda, dentro del predio.</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riego concentra casi tres cuartos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Con casi tres cuartos del uso consuntivo, el riego es el único frente donde un ahorro moderado mueve volúmenes grandes: bajar un 10 % el consumo agrícola equivale a cerca de dos tercios de toda el agua potable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el predio,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RUBROS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 agrícola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Uva vinífera y de mesa en conjunto: la vinífera aporta la mayor parte del volumen, la de mesa el mayor valor por hectárea.</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fruta de exportación —cerezas, uva de mesa, manzanas, paltas— se riega prácticamente en su totalidad.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SOHISCERT y EU Bio, condición de acceso a los pliegos de los compradores europeos.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Coquimbo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Del orden de 100 mm de lluvia al año</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Uva de mesa, uva pisquera, cítricos y palta: casi toda la superficie ya se riega por goteo y no queda margen de ahorro en el método mismo.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Los embalses del Limarí y del Elqui han operado temporadas enteras a una fracción de su capacidad, con turnos de agua y superficie arrancada.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Suelos delgados y pedregosos, de baja retención: el agua aplicada percola antes de que la raíz alcance a aprovecharla.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Valparaíso — Aconcagua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60 % de la palta nacional</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Concentra la mayor parte del palto del país, cultivo de alta exigencia hídrica y plantado con frecuencia en laderas de cerro.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cuenca del Petorca es el caso emblemático del conflicto por el agua: la presión regulatoria y reputacional es máxima.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Exportadores expuestos a las auditorías hídricas de los compradores europeos y norteamericanos.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O'Higgins y Maule</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50 000 ha de viñedos en Maule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Corazón del cerezo de exportación a China y del manzano: fruta de alto valor donde el estrés hídrico en cuaja y llenado cuesta calibre.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Viñedos del secano interior y costero, sin riego o con riego deficitario: el hidrorretenedor actúa donde no hay infraestructura.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Predios medianos y grandes, con capacidad técnica para conducir un ensayo con parcela testigo.</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 predio a otro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temporadas: un año lluvioso, ligado a El Niño,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sobre el goteo.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salinos.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Trámites de registro e ingreso de insumos ante el SAG, y liquidez de los predios tras varias temporadas secas.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Escalonar el compromiso: el efecto útil de 3 a 4 años amortiza el costo sobre varias temporadas.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predio</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2026-09-14T18:06:09Z</dcterms:created>
  <dcterms:modified xsi:type="dcterms:W3CDTF">2026-09-14T18:06:09Z</dcterms:modified>
</cp:coreProperties>
</file>