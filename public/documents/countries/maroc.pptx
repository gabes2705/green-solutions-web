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9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bubble3D val="0"/>
            <c:spPr>
              <a:solidFill>
                <a:srgbClr val="76A489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85</c:v>
                </c:pt>
                <c:pt idx="1">
                  <c:v>10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Agrumes</c:v>
                  </c:pt>
                  <c:pt idx="1">
                    <c:v>Tomate</c:v>
                  </c:pt>
                  <c:pt idx="2">
                    <c:v>Olive</c:v>
                  </c:pt>
                  <c:pt idx="3">
                    <c:v>Céréales*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</c:v>
                </c:pt>
                <c:pt idx="1">
                  <c:v>1.4</c:v>
                </c:pt>
                <c:pt idx="2">
                  <c:v>1.9</c:v>
                </c:pt>
                <c:pt idx="3">
                  <c:v>5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3B23C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maro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ROYAUME DU MAROC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3B23C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Rabat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Agrumes, maraîchage et oléiculture sous contrainte hydrique durable.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pour une filière exportatrice.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exportateur, exposé à la sécheresse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8,7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17 %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employée par le secteur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marocaine combine une filière d'exportation très structurée (agrumes, tomate, petits fruits) et une céréaliculture pluviale dont le rendement suit directement la pluviométrie. C'est cette dépendance à l'eau qui rend le pays prioritaire pour nos technologies.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campagnes de sécheresse consécutives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irrigué, région du Souss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2018, le Maroc enchaîne des campagnes déficitaires : le taux de remplissage des barrages est descendu sous le quart de leur capacité sur plusieurs bassins.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de l'ordre de 85 %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extrême : de 600 à 800 mm par an dans le Rif, à moins de 100 mm dans les provinces du Sud.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du Souss-Massa et du Haouz sont surexploitées, avec un rabattement continu des niveaux piézométriques.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dessalement à Agadir et Casablanca, reconversion au goutte-à-goutte — traite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concentre l'essentiel du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davantage de volume que de supprimer la totalité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pourquoi l'effort porte en priorité sur la parcelle, et non sur les autres usages.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productions portent la valeur à l'export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tomate sont irrigués et destinés à l'export : ce sont les cultures où l'économie d'eau se convertit directement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;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à la plante au fur et à mesure, en supprimant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existants.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le sol.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Souss-Massa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primeurs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de la filière d'exportation, déjà largement converti au goutte-à-goutte.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en rabattement continu : la pression réglementaire sur les prélèvements y est la plus forte.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Acheteurs européens demandeurs de certification biologique.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Haouz — Marrakech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 et oliviers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Périmètres irrigués dépendants des barrages, soumis aux tours d'eau en année sèche.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proportion de structures moyennes, capables de décider vite sur un essai.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Oléiculture en modernisation, avec des marges de progrès agronomiques nettes.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Drâa-Tafilalet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Palmier dattier et arganier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 situation de stress hydrique structurel, moins de 100 mm de pluie par an.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de préservation autant que de rendement : lutte contre l'ensablement.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Filières à forte valeur unitaire — datte de bouche, huile d'argan.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du foncier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solutions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des exploitations après plusieurs campagnes déficitaires.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 et les groupements,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différence de formulation : potassium et non sodium, compatible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2026-09-14T18:06:28Z</dcterms:created>
  <dcterms:modified xsi:type="dcterms:W3CDTF">2026-09-14T18:06:28Z</dcterms:modified>
</cp:coreProperties>
</file>