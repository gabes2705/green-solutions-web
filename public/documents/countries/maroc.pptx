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bubble3D val="0"/>
            <c:spPr>
              <a:solidFill>
                <a:srgbClr val="76A489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85</c:v>
                </c:pt>
                <c:pt idx="1">
                  <c:v>10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6A4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772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Agrumes</c:v>
                  </c:pt>
                  <c:pt idx="1">
                    <c:v>Tomate</c:v>
                  </c:pt>
                  <c:pt idx="2">
                    <c:v>Olive</c:v>
                  </c:pt>
                  <c:pt idx="3">
                    <c:v>Céréales*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2.6</c:v>
                </c:pt>
                <c:pt idx="1">
                  <c:v>1.4</c:v>
                </c:pt>
                <c:pt idx="2">
                  <c:v>1.9</c:v>
                </c:pt>
                <c:pt idx="3">
                  <c:v>5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Gravitaire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3B23C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Gravitaire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DE MARCHÉ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23774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Maroc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840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Agrumes, maraîchage et oléiculture sous contrainte hydrique durable.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pour une filière exportatrice.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contact@evergreen-ecosorb.com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pays agricole exportateur, exposé à la sécheresse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8,7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agricole utile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1,5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irrigués, soit environ 17 % de la SAU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employée par le secteur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marocaine combine une filière d'exportation très structurée (agrumes, tomate, petits fruits) et une céréaliculture pluviale dont le rendement suit directement la pluviométrie. C'est cette dépendance à l'eau qui rend le pays prioritaire pour nos technologies.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campagnes de sécheresse consécutives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irrigué, région du Souss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2018, le Maroc enchaîne des campagnes déficitaires : le taux de remplissage des barrages est descendu sous le quart de leur capacité sur plusieurs bassins.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mobilise de l'ordre de 85 % de l'eau prélevée : toute tension sur la ressource se traduit d'abord par des restrictions d'irrigation.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gradient pluviométrique est extrême : de 600 à 800 mm par an dans le Rif, à moins de 100 mm dans les provinces du Sud.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nappes du Souss-Massa et du Haouz sont surexploitées, avec un rabattement continu des niveaux piézométriques.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publique — barrages, dessalement à Agadir et Casablanca, reconversion au goutte-à-goutte — traite l'offre. L'hydro-rétention agit sur la demande, à la parcelle.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L'irrigation concentre l'essentiel du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agricole libère davantage de volume que de supprimer la totalité de l'usage industriel.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pourquoi l'effort porte en priorité sur la parcelle, et non sur les autres usages.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productions portent la valeur à l'export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Agrumes et tomate sont irrigués et destinés à l'export : ce sont les cultures où l'économie d'eau se convertit directement en marge.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Les céréales sont majoritairement pluviales ; le volume varie fortement d'une campagne à l'autre selon la pluviométrie.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ou d'irrigation et la restitue à la plante au fur et à mesure, en supprimant le stress hydrique des phases critiques.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et n'augmente ni la salinité ni la teneur en nitrates.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condition d'accès aux cahiers des charges des acheteurs européens.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 avec les équipements de fertirrigation existants.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disponible sans dégrader le sol.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Souss-Massa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Agrumes et primeurs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Cœur de la filière d'exportation, déjà largement converti au goutte-à-goutte.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Nappe en rabattement continu : la pression réglementaire sur les prélèvements y est la plus forte.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Acheteurs européens demandeurs de certification biologique.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Haouz — Marrakech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 et oliviers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Périmètres irrigués dépendants des barrages, soumis aux tours d'eau en année sèche.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proportion de structures moyennes, capables de décider vite sur un essai.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Oléiculture en modernisation, avec des marges de progrès agronomiques nettes.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Drâa-Tafilalet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Palmier dattier et arganier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en situation de stress hydrique structurel, moins de 100 mm de pluie par an.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de préservation autant que de rendement : lutte contre l'ensablement.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Filières à forte valeur unitaire — datte de bouche, huile d'argan.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d'irrigation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consommation et de rendement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effectivement exploré par les racines.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interannuelle de la pluviométrie : une campagne humide masque l'intérêt du produit.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Fragmentation du foncier : beaucoup de petites exploitations, décision d'achat dispersée.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Concurrence de solutions bas de gamme à base de sodium, qui ont laissé de mauvais souvenirs.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des exploitations après plusieurs campagnes déficitaires.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l'essai sur un cycle complet avec parcelle témoin, pour objectiver le gain même en année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coopératives et les groupements, plutôt que par l'exploitation individuelle.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différence de formulation : potassium et non sodium, compatible cultures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Étaler l'engagement : la durée d'effet de 3 à 4 ans amortit le coût sur plusieurs campagnes.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d'irrigation,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2026-09-14T17:45:08Z</dcterms:created>
  <dcterms:modified xsi:type="dcterms:W3CDTF">2026-09-14T17:45:08Z</dcterms:modified>
</cp:coreProperties>
</file>