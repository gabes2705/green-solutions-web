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15</c:v>
                </c:pt>
                <c:pt idx="2">
                  <c:v>20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40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55420"/>
            <a:ext cx="1965960" cy="1179576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55420"/>
            <a:ext cx="1965960" cy="1179576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qui importe la moitié de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nourriture consommée est importée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riz consommé vient de l'étranger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d'Haïtiens en insécurité alimentaire aiguë selon l'IPC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1er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 mondial d'huile essentielle de vétiver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L'insécurité, l'état des routes et la hausse des prix pèsent sur les campagnes autant que sur les villes. Les filières d'exportation — mangue Francisque, cacao, café, vétiver — restent les rares sources de devises agricoles, et chaque récolte perdue se ressent directement dans le revenu des familles.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Mangue Francisque et cacao : des devises à protéger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mangue Francisque, exportée surtout vers les États-Unis, vient de vergers souvent anciens et dispersés.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cacao du Nord et de la Grand'Anse gagne des marchés de qualité, notamment en filière biologique.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subissent des sécheresses de plus en plus marquées entre deux saisons des pluies.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exigences sanitaires à l'export imposent une protection sans résidu : NAPEMA® y répond.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Planter les jeunes arbres avec EVERGREEN® améliore leur survie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Mornes dénudés : retenir l'eau et le sol sur les pentes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partie des terres cultivées est en pente, où maïs, haricot et pois congo sont semés sur sol 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déforestation expose les sols : chaque averse emporte de la terre fertile vers les rivières et la mer.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pleut assez sur l'année, mais l'eau ruisselle au lieu de s'infiltrer, puis manque en saison sèche.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haies et des arbres comme le Paulownia tiennent les sols tout en produisant du bois et du miel.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hydro-rétenteur au pied des plants garde l'eau de pluie là où les racines peuvent la prendre.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Haïti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haïtien de statistique et d'informatique (IHSI) : comptes nationaux.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nationale de la sécurité alimentaire (CNSA) et analyses IPC.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l'Agriculture, des Ressources naturelles et du Développement rural (MARNDR).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2026-09-15T23:35:19Z</dcterms:created>
  <dcterms:modified xsi:type="dcterms:W3CDTF">2026-09-15T23:35:19Z</dcterms:modified>
</cp:coreProperties>
</file>